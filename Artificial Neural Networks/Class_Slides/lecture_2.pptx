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4610100" cy="34607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 hidden="1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bg object 17" hidden="1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bg object 18" hidden="1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bg object 19" hidden="1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bg object 20" hidden="1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bg object 21" hidden="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bg object 22" hidden="1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bg object 23" hidden="1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bg object 24" hidden="1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bg object 25" hidden="1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bg object 26" hidden="1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bg object 27" hidden="1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bg object 28" hidden="1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bg object 29" hidden="1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g object 30" hidden="1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bg object 16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bg object 17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bg object 18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bg object 19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bg object 20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bg object 2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bg object 22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bg object 23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bg object 24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bg object 25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bg object 26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bg object 27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bg object 28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bg object 29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bg object 30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bg object 31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5400" y="59760"/>
            <a:ext cx="1460880" cy="42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1"/>
          </p:nvPr>
        </p:nvSpPr>
        <p:spPr>
          <a:xfrm>
            <a:off x="-9360" y="3351960"/>
            <a:ext cx="108936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2"/>
          </p:nvPr>
        </p:nvSpPr>
        <p:spPr>
          <a:xfrm>
            <a:off x="3539880" y="3351960"/>
            <a:ext cx="65592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3"/>
          </p:nvPr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E90175D0-EC3D-422A-AFE1-9C35EACEAA76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4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g object 16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bg object 17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bg object 18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bg object 19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bg object 20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bg object 2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bg object 22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bg object 23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bg object 24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bg object 25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bg object 26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bg object 27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bg object 28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bg object 29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bg object 30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02840" y="1229760"/>
            <a:ext cx="4035600" cy="109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4"/>
          </p:nvPr>
        </p:nvSpPr>
        <p:spPr>
          <a:xfrm>
            <a:off x="-9360" y="3351960"/>
            <a:ext cx="108936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&lt;footer&gt;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5"/>
          </p:nvPr>
        </p:nvSpPr>
        <p:spPr>
          <a:xfrm>
            <a:off x="3539880" y="3351960"/>
            <a:ext cx="65592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&lt;date/time&gt;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6"/>
          </p:nvPr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359ECE97-BB48-42A5-ADA2-24B3CB93E621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g object 16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bg object 17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bg object 18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bg object 19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bg object 20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bg object 2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bg object 22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bg object 23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bg object 24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bg object 25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bg object 26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bg object 27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bg object 28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bg object 29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bg object 30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230400" y="795960"/>
            <a:ext cx="2005200" cy="1251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2374200" y="795960"/>
            <a:ext cx="2005200" cy="1251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ftr" idx="7"/>
          </p:nvPr>
        </p:nvSpPr>
        <p:spPr>
          <a:xfrm>
            <a:off x="-9360" y="3351960"/>
            <a:ext cx="108936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&lt;footer&gt;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dt" idx="8"/>
          </p:nvPr>
        </p:nvSpPr>
        <p:spPr>
          <a:xfrm>
            <a:off x="3539880" y="3351960"/>
            <a:ext cx="65592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&lt;date/time&gt;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9"/>
          </p:nvPr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6CBBEEF8-9D23-4CE8-BB6D-ABE548546C4D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bg object 16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bg object 17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bg object 18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bg object 19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bg object 20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bg object 2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bg object 22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bg object 23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bg object 24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bg object 25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bg object 26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bg object 27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bg object 28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bg object 29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bg object 30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10"/>
          </p:nvPr>
        </p:nvSpPr>
        <p:spPr>
          <a:xfrm>
            <a:off x="-9360" y="3351960"/>
            <a:ext cx="108936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&lt;footer&gt;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dt" idx="11"/>
          </p:nvPr>
        </p:nvSpPr>
        <p:spPr>
          <a:xfrm>
            <a:off x="3539880" y="3351960"/>
            <a:ext cx="65592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&lt;date/time&gt;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12"/>
          </p:nvPr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94D5B25A-EE8E-4320-AB87-95BB985EF578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g object 16"/>
          <p:cNvSpPr/>
          <p:nvPr/>
        </p:nvSpPr>
        <p:spPr>
          <a:xfrm>
            <a:off x="3069000" y="3261600"/>
            <a:ext cx="42840" cy="30240"/>
          </a:xfrm>
          <a:custGeom>
            <a:avLst/>
            <a:gdLst>
              <a:gd name="textAreaLeft" fmla="*/ 0 w 42840"/>
              <a:gd name="textAreaRight" fmla="*/ 43200 w 428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bg object 17"/>
          <p:cNvSpPr/>
          <p:nvPr/>
        </p:nvSpPr>
        <p:spPr>
          <a:xfrm>
            <a:off x="298944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bg object 18"/>
          <p:cNvSpPr/>
          <p:nvPr/>
        </p:nvSpPr>
        <p:spPr>
          <a:xfrm>
            <a:off x="3167280" y="3257640"/>
            <a:ext cx="25200" cy="37800"/>
          </a:xfrm>
          <a:custGeom>
            <a:avLst/>
            <a:gdLst>
              <a:gd name="textAreaLeft" fmla="*/ 0 w 25200"/>
              <a:gd name="textAreaRight" fmla="*/ 25560 w 2520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bg object 19"/>
          <p:cNvSpPr/>
          <p:nvPr/>
        </p:nvSpPr>
        <p:spPr>
          <a:xfrm>
            <a:off x="3323520" y="3251160"/>
            <a:ext cx="63720" cy="50400"/>
          </a:xfrm>
          <a:custGeom>
            <a:avLst/>
            <a:gdLst>
              <a:gd name="textAreaLeft" fmla="*/ 0 w 63720"/>
              <a:gd name="textAreaRight" fmla="*/ 64080 w 6372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bg object 20"/>
          <p:cNvSpPr/>
          <p:nvPr/>
        </p:nvSpPr>
        <p:spPr>
          <a:xfrm>
            <a:off x="32605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bg object 21"/>
          <p:cNvSpPr/>
          <p:nvPr/>
        </p:nvSpPr>
        <p:spPr>
          <a:xfrm>
            <a:off x="3620160" y="3264120"/>
            <a:ext cx="37800" cy="360"/>
          </a:xfrm>
          <a:custGeom>
            <a:avLst/>
            <a:gdLst>
              <a:gd name="textAreaLeft" fmla="*/ 0 w 37800"/>
              <a:gd name="textAreaRight" fmla="*/ 38160 w 378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bg object 22"/>
          <p:cNvSpPr/>
          <p:nvPr/>
        </p:nvSpPr>
        <p:spPr>
          <a:xfrm>
            <a:off x="353160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bg object 23"/>
          <p:cNvSpPr/>
          <p:nvPr/>
        </p:nvSpPr>
        <p:spPr>
          <a:xfrm>
            <a:off x="360756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bg object 24"/>
          <p:cNvSpPr/>
          <p:nvPr/>
        </p:nvSpPr>
        <p:spPr>
          <a:xfrm>
            <a:off x="3878640" y="3251160"/>
            <a:ext cx="50400" cy="25200"/>
          </a:xfrm>
          <a:custGeom>
            <a:avLst/>
            <a:gdLst>
              <a:gd name="textAreaLeft" fmla="*/ 0 w 50400"/>
              <a:gd name="textAreaRight" fmla="*/ 50760 w 504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bg object 25"/>
          <p:cNvSpPr/>
          <p:nvPr/>
        </p:nvSpPr>
        <p:spPr>
          <a:xfrm>
            <a:off x="3802320" y="3257640"/>
            <a:ext cx="202680" cy="37800"/>
          </a:xfrm>
          <a:custGeom>
            <a:avLst/>
            <a:gdLst>
              <a:gd name="textAreaLeft" fmla="*/ 0 w 202680"/>
              <a:gd name="textAreaRight" fmla="*/ 203040 w 202680"/>
              <a:gd name="textAreaTop" fmla="*/ 0 h 37800"/>
              <a:gd name="textAreaBottom" fmla="*/ 38160 h 37800"/>
            </a:gdLst>
            <a:ahLst/>
            <a:cxnLst/>
            <a:rect l="textAreaLeft" t="textAreaTop" r="textAreaRight" b="textAreaBottom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bg object 26"/>
          <p:cNvSpPr/>
          <p:nvPr/>
        </p:nvSpPr>
        <p:spPr>
          <a:xfrm>
            <a:off x="3878640" y="3289320"/>
            <a:ext cx="50400" cy="12240"/>
          </a:xfrm>
          <a:custGeom>
            <a:avLst/>
            <a:gdLst>
              <a:gd name="textAreaLeft" fmla="*/ 0 w 50400"/>
              <a:gd name="textAreaRight" fmla="*/ 50760 w 504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7591">
            <a:solidFill>
              <a:srgbClr val="D6D6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bg object 27"/>
          <p:cNvSpPr/>
          <p:nvPr/>
        </p:nvSpPr>
        <p:spPr>
          <a:xfrm>
            <a:off x="4149720" y="3251160"/>
            <a:ext cx="50400" cy="50400"/>
          </a:xfrm>
          <a:custGeom>
            <a:avLst/>
            <a:gdLst>
              <a:gd name="textAreaLeft" fmla="*/ 0 w 50400"/>
              <a:gd name="textAreaRight" fmla="*/ 50760 w 504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bg object 28"/>
          <p:cNvSpPr/>
          <p:nvPr/>
        </p:nvSpPr>
        <p:spPr>
          <a:xfrm>
            <a:off x="4451040" y="3281760"/>
            <a:ext cx="19800" cy="19800"/>
          </a:xfrm>
          <a:custGeom>
            <a:avLst/>
            <a:gdLst>
              <a:gd name="textAreaLeft" fmla="*/ 0 w 19800"/>
              <a:gd name="textAreaRight" fmla="*/ 20160 w 19800"/>
              <a:gd name="textAreaTop" fmla="*/ 0 h 19800"/>
              <a:gd name="textAreaBottom" fmla="*/ 20160 h 19800"/>
            </a:gdLst>
            <a:ahLst/>
            <a:cxnLst/>
            <a:rect l="textAreaLeft" t="textAreaTop" r="textAreaRight" b="textAreaBottom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7591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bg object 29"/>
          <p:cNvSpPr/>
          <p:nvPr/>
        </p:nvSpPr>
        <p:spPr>
          <a:xfrm>
            <a:off x="4424040" y="3255120"/>
            <a:ext cx="30240" cy="30240"/>
          </a:xfrm>
          <a:custGeom>
            <a:avLst/>
            <a:gdLst>
              <a:gd name="textAreaLeft" fmla="*/ 0 w 30240"/>
              <a:gd name="textAreaRight" fmla="*/ 30600 w 30240"/>
              <a:gd name="textAreaTop" fmla="*/ 0 h 30240"/>
              <a:gd name="textAreaBottom" fmla="*/ 30600 h 30240"/>
            </a:gdLst>
            <a:ahLst/>
            <a:cxnLst/>
            <a:rect l="textAreaLeft" t="textAreaTop" r="textAreaRight" b="textAreaBottom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bg object 30"/>
          <p:cNvSpPr/>
          <p:nvPr/>
        </p:nvSpPr>
        <p:spPr>
          <a:xfrm>
            <a:off x="4329000" y="3251160"/>
            <a:ext cx="233280" cy="50400"/>
          </a:xfrm>
          <a:custGeom>
            <a:avLst/>
            <a:gdLst>
              <a:gd name="textAreaLeft" fmla="*/ 0 w 233280"/>
              <a:gd name="textAreaRight" fmla="*/ 233640 w 23328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5060">
            <a:solidFill>
              <a:srgbClr val="ADA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ftr" idx="13"/>
          </p:nvPr>
        </p:nvSpPr>
        <p:spPr>
          <a:xfrm>
            <a:off x="-9360" y="3351960"/>
            <a:ext cx="108936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&lt;footer&gt;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dt" idx="14"/>
          </p:nvPr>
        </p:nvSpPr>
        <p:spPr>
          <a:xfrm>
            <a:off x="3539880" y="3351960"/>
            <a:ext cx="65592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&lt;date/time&gt;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5"/>
          </p:nvPr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F421CC07-7E7E-47EB-B9B2-A4CF6C3EC53B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8.xml"/><Relationship Id="rId3" Type="http://schemas.openxmlformats.org/officeDocument/2006/relationships/slide" Target="slide38.xml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" Target="slide38.xml"/><Relationship Id="rId8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4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30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2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image" Target="../media/image11.png"/><Relationship Id="rId60" Type="http://schemas.openxmlformats.org/officeDocument/2006/relationships/slide" Target="slide34.xml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8.xml"/><Relationship Id="rId71" Type="http://schemas.openxmlformats.org/officeDocument/2006/relationships/slide" Target="slide38.xml"/><Relationship Id="rId72" Type="http://schemas.openxmlformats.org/officeDocument/2006/relationships/slide" Target="slide38.xml"/><Relationship Id="rId73" Type="http://schemas.openxmlformats.org/officeDocument/2006/relationships/slide" Target="slide38.xml"/><Relationship Id="rId74" Type="http://schemas.openxmlformats.org/officeDocument/2006/relationships/slide" Target="slide38.xml"/><Relationship Id="rId75" Type="http://schemas.openxmlformats.org/officeDocument/2006/relationships/slide" Target="slide38.xml"/><Relationship Id="rId76" Type="http://schemas.openxmlformats.org/officeDocument/2006/relationships/slide" Target="slide38.xml"/><Relationship Id="rId77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" Target="slide38.xml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" Target="slide38.xml"/><Relationship Id="rId8" Type="http://schemas.openxmlformats.org/officeDocument/2006/relationships/slide" Target="slide38.xml"/><Relationship Id="rId9" Type="http://schemas.openxmlformats.org/officeDocument/2006/relationships/slide" Target="slide38.xml"/><Relationship Id="rId10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" Target="slide38.xml"/><Relationship Id="rId8" Type="http://schemas.openxmlformats.org/officeDocument/2006/relationships/slide" Target="slide38.xml"/><Relationship Id="rId9" Type="http://schemas.openxmlformats.org/officeDocument/2006/relationships/slide" Target="slide38.xml"/><Relationship Id="rId10" Type="http://schemas.openxmlformats.org/officeDocument/2006/relationships/slide" Target="slide38.xml"/><Relationship Id="rId1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38.xml"/><Relationship Id="rId72" Type="http://schemas.openxmlformats.org/officeDocument/2006/relationships/slide" Target="slide38.xml"/><Relationship Id="rId73" Type="http://schemas.openxmlformats.org/officeDocument/2006/relationships/slide" Target="slide38.xml"/><Relationship Id="rId74" Type="http://schemas.openxmlformats.org/officeDocument/2006/relationships/slide" Target="slide38.xml"/><Relationship Id="rId75" Type="http://schemas.openxmlformats.org/officeDocument/2006/relationships/slide" Target="slide38.xml"/><Relationship Id="rId76" Type="http://schemas.openxmlformats.org/officeDocument/2006/relationships/slide" Target="slide38.xml"/><Relationship Id="rId77" Type="http://schemas.openxmlformats.org/officeDocument/2006/relationships/slide" Target="slide38.xml"/><Relationship Id="rId78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jpeg"/><Relationship Id="rId4" Type="http://schemas.openxmlformats.org/officeDocument/2006/relationships/slide" Target="slide38.xml"/><Relationship Id="rId5" Type="http://schemas.openxmlformats.org/officeDocument/2006/relationships/slide" Target="slide38.xml"/><Relationship Id="rId6" Type="http://schemas.openxmlformats.org/officeDocument/2006/relationships/slide" Target="slide38.xml"/><Relationship Id="rId7" Type="http://schemas.openxmlformats.org/officeDocument/2006/relationships/slide" Target="slide38.xml"/><Relationship Id="rId8" Type="http://schemas.openxmlformats.org/officeDocument/2006/relationships/slide" Target="slide38.xml"/><Relationship Id="rId9" Type="http://schemas.openxmlformats.org/officeDocument/2006/relationships/slide" Target="slide38.xml"/><Relationship Id="rId10" Type="http://schemas.openxmlformats.org/officeDocument/2006/relationships/slide" Target="slide38.xml"/><Relationship Id="rId1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29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" Target="slide1.xml"/><Relationship Id="rId13" Type="http://schemas.openxmlformats.org/officeDocument/2006/relationships/slide" Target="slide1.xml"/><Relationship Id="rId14" Type="http://schemas.openxmlformats.org/officeDocument/2006/relationships/slide" Target="slide1.xml"/><Relationship Id="rId15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39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30.png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48.png"/><Relationship Id="rId20" Type="http://schemas.openxmlformats.org/officeDocument/2006/relationships/image" Target="../media/image7.png"/><Relationship Id="rId21" Type="http://schemas.openxmlformats.org/officeDocument/2006/relationships/image" Target="../media/image50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slide" Target="slide1.xml"/><Relationship Id="rId12" Type="http://schemas.openxmlformats.org/officeDocument/2006/relationships/slide" Target="slide1.xml"/><Relationship Id="rId13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jpe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62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54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48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51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48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52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11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64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" Target="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8.xml"/><Relationship Id="rId9" Type="http://schemas.openxmlformats.org/officeDocument/2006/relationships/image" Target="../media/image4.png"/><Relationship Id="rId10" Type="http://schemas.openxmlformats.org/officeDocument/2006/relationships/slide" Target="slide11.xml"/><Relationship Id="rId11" Type="http://schemas.openxmlformats.org/officeDocument/2006/relationships/image" Target="../media/image5.png"/><Relationship Id="rId12" Type="http://schemas.openxmlformats.org/officeDocument/2006/relationships/slide" Target="slide15.xml"/><Relationship Id="rId13" Type="http://schemas.openxmlformats.org/officeDocument/2006/relationships/slide" Target="slide15.xml"/><Relationship Id="rId14" Type="http://schemas.openxmlformats.org/officeDocument/2006/relationships/slide" Target="slide15.xml"/><Relationship Id="rId15" Type="http://schemas.openxmlformats.org/officeDocument/2006/relationships/slide" Target="slide15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image" Target="../media/image9.png"/><Relationship Id="rId23" Type="http://schemas.openxmlformats.org/officeDocument/2006/relationships/image" Target="../media/image10.png"/><Relationship Id="rId24" Type="http://schemas.openxmlformats.org/officeDocument/2006/relationships/slide" Target="slide20.xml"/><Relationship Id="rId25" Type="http://schemas.openxmlformats.org/officeDocument/2006/relationships/slide" Target="slide20.xml"/><Relationship Id="rId26" Type="http://schemas.openxmlformats.org/officeDocument/2006/relationships/slide" Target="slide20.xml"/><Relationship Id="rId27" Type="http://schemas.openxmlformats.org/officeDocument/2006/relationships/slide" Target="slide20.xml"/><Relationship Id="rId28" Type="http://schemas.openxmlformats.org/officeDocument/2006/relationships/slide" Target="slide20.xml"/><Relationship Id="rId29" Type="http://schemas.openxmlformats.org/officeDocument/2006/relationships/slide" Target="slide21.xml"/><Relationship Id="rId30" Type="http://schemas.openxmlformats.org/officeDocument/2006/relationships/slide" Target="slide21.xml"/><Relationship Id="rId31" Type="http://schemas.openxmlformats.org/officeDocument/2006/relationships/slide" Target="slide21.xml"/><Relationship Id="rId32" Type="http://schemas.openxmlformats.org/officeDocument/2006/relationships/slide" Target="slide21.xml"/><Relationship Id="rId33" Type="http://schemas.openxmlformats.org/officeDocument/2006/relationships/slide" Target="slide21.xml"/><Relationship Id="rId34" Type="http://schemas.openxmlformats.org/officeDocument/2006/relationships/slide" Target="slide21.xml"/><Relationship Id="rId35" Type="http://schemas.openxmlformats.org/officeDocument/2006/relationships/slide" Target="slide21.xml"/><Relationship Id="rId36" Type="http://schemas.openxmlformats.org/officeDocument/2006/relationships/slide" Target="slide21.xml"/><Relationship Id="rId37" Type="http://schemas.openxmlformats.org/officeDocument/2006/relationships/slide" Target="slide21.xml"/><Relationship Id="rId38" Type="http://schemas.openxmlformats.org/officeDocument/2006/relationships/slide" Target="slide24.xml"/><Relationship Id="rId39" Type="http://schemas.openxmlformats.org/officeDocument/2006/relationships/slide" Target="slide24.xml"/><Relationship Id="rId40" Type="http://schemas.openxmlformats.org/officeDocument/2006/relationships/slide" Target="slide24.xml"/><Relationship Id="rId41" Type="http://schemas.openxmlformats.org/officeDocument/2006/relationships/slide" Target="slide24.xml"/><Relationship Id="rId42" Type="http://schemas.openxmlformats.org/officeDocument/2006/relationships/slide" Target="slide24.xml"/><Relationship Id="rId43" Type="http://schemas.openxmlformats.org/officeDocument/2006/relationships/slide" Target="slide24.xml"/><Relationship Id="rId44" Type="http://schemas.openxmlformats.org/officeDocument/2006/relationships/slide" Target="slide24.xml"/><Relationship Id="rId45" Type="http://schemas.openxmlformats.org/officeDocument/2006/relationships/slide" Target="slide24.xml"/><Relationship Id="rId46" Type="http://schemas.openxmlformats.org/officeDocument/2006/relationships/slide" Target="slide24.xml"/><Relationship Id="rId47" Type="http://schemas.openxmlformats.org/officeDocument/2006/relationships/slide" Target="slide30.xml"/><Relationship Id="rId48" Type="http://schemas.openxmlformats.org/officeDocument/2006/relationships/slide" Target="slide30.xml"/><Relationship Id="rId49" Type="http://schemas.openxmlformats.org/officeDocument/2006/relationships/slide" Target="slide30.xml"/><Relationship Id="rId50" Type="http://schemas.openxmlformats.org/officeDocument/2006/relationships/slide" Target="slide30.xml"/><Relationship Id="rId51" Type="http://schemas.openxmlformats.org/officeDocument/2006/relationships/slide" Target="slide30.xml"/><Relationship Id="rId52" Type="http://schemas.openxmlformats.org/officeDocument/2006/relationships/slide" Target="slide30.xml"/><Relationship Id="rId53" Type="http://schemas.openxmlformats.org/officeDocument/2006/relationships/slide" Target="slide30.xml"/><Relationship Id="rId54" Type="http://schemas.openxmlformats.org/officeDocument/2006/relationships/slide" Target="slide30.xml"/><Relationship Id="rId55" Type="http://schemas.openxmlformats.org/officeDocument/2006/relationships/slide" Target="slide30.xml"/><Relationship Id="rId56" Type="http://schemas.openxmlformats.org/officeDocument/2006/relationships/slide" Target="slide32.xml"/><Relationship Id="rId57" Type="http://schemas.openxmlformats.org/officeDocument/2006/relationships/slide" Target="slide32.xml"/><Relationship Id="rId58" Type="http://schemas.openxmlformats.org/officeDocument/2006/relationships/slide" Target="slide32.xml"/><Relationship Id="rId59" Type="http://schemas.openxmlformats.org/officeDocument/2006/relationships/slide" Target="slide32.xml"/><Relationship Id="rId60" Type="http://schemas.openxmlformats.org/officeDocument/2006/relationships/image" Target="../media/image67.png"/><Relationship Id="rId61" Type="http://schemas.openxmlformats.org/officeDocument/2006/relationships/slide" Target="slide34.xml"/><Relationship Id="rId62" Type="http://schemas.openxmlformats.org/officeDocument/2006/relationships/slide" Target="slide34.xml"/><Relationship Id="rId63" Type="http://schemas.openxmlformats.org/officeDocument/2006/relationships/slide" Target="slide34.xml"/><Relationship Id="rId64" Type="http://schemas.openxmlformats.org/officeDocument/2006/relationships/slide" Target="slide34.xml"/><Relationship Id="rId65" Type="http://schemas.openxmlformats.org/officeDocument/2006/relationships/slide" Target="slide34.xml"/><Relationship Id="rId66" Type="http://schemas.openxmlformats.org/officeDocument/2006/relationships/slide" Target="slide34.xml"/><Relationship Id="rId67" Type="http://schemas.openxmlformats.org/officeDocument/2006/relationships/slide" Target="slide34.xml"/><Relationship Id="rId68" Type="http://schemas.openxmlformats.org/officeDocument/2006/relationships/slide" Target="slide34.xml"/><Relationship Id="rId69" Type="http://schemas.openxmlformats.org/officeDocument/2006/relationships/slide" Target="slide34.xml"/><Relationship Id="rId70" Type="http://schemas.openxmlformats.org/officeDocument/2006/relationships/slide" Target="slide34.xml"/><Relationship Id="rId71" Type="http://schemas.openxmlformats.org/officeDocument/2006/relationships/slide" Target="slide1.xml"/><Relationship Id="rId72" Type="http://schemas.openxmlformats.org/officeDocument/2006/relationships/slide" Target="slide1.xml"/><Relationship Id="rId73" Type="http://schemas.openxmlformats.org/officeDocument/2006/relationships/slide" Target="slide1.xml"/><Relationship Id="rId74" Type="http://schemas.openxmlformats.org/officeDocument/2006/relationships/slide" Target="slide1.xml"/><Relationship Id="rId75" Type="http://schemas.openxmlformats.org/officeDocument/2006/relationships/slide" Target="slide1.xml"/><Relationship Id="rId76" Type="http://schemas.openxmlformats.org/officeDocument/2006/relationships/slide" Target="slide1.xml"/><Relationship Id="rId77" Type="http://schemas.openxmlformats.org/officeDocument/2006/relationships/slide" Target="slide1.xml"/><Relationship Id="rId78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" Target="slide1.xm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object 2"/>
          <p:cNvGrpSpPr/>
          <p:nvPr/>
        </p:nvGrpSpPr>
        <p:grpSpPr>
          <a:xfrm>
            <a:off x="87840" y="693360"/>
            <a:ext cx="4483440" cy="747360"/>
            <a:chOff x="87840" y="693360"/>
            <a:chExt cx="4483440" cy="747360"/>
          </a:xfrm>
        </p:grpSpPr>
        <p:sp>
          <p:nvSpPr>
            <p:cNvPr id="120" name="object 3"/>
            <p:cNvSpPr/>
            <p:nvPr/>
          </p:nvSpPr>
          <p:spPr>
            <a:xfrm>
              <a:off x="87840" y="693360"/>
              <a:ext cx="4432680" cy="82080"/>
            </a:xfrm>
            <a:custGeom>
              <a:avLst/>
              <a:gdLst>
                <a:gd name="textAreaLeft" fmla="*/ 0 w 4432680"/>
                <a:gd name="textAreaRight" fmla="*/ 4433040 w 4432680"/>
                <a:gd name="textAreaTop" fmla="*/ 0 h 82080"/>
                <a:gd name="textAreaBottom" fmla="*/ 82440 h 82080"/>
              </a:gdLst>
              <a:ahLst/>
              <a:cxnLst/>
              <a:rect l="textAreaLeft" t="textAreaTop" r="textAreaRight" b="textAreaBottom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object 4"/>
            <p:cNvSpPr/>
            <p:nvPr/>
          </p:nvSpPr>
          <p:spPr>
            <a:xfrm>
              <a:off x="138600" y="756720"/>
              <a:ext cx="4432680" cy="684000"/>
            </a:xfrm>
            <a:custGeom>
              <a:avLst/>
              <a:gdLst>
                <a:gd name="textAreaLeft" fmla="*/ 0 w 4432680"/>
                <a:gd name="textAreaRight" fmla="*/ 4433040 w 4432680"/>
                <a:gd name="textAreaTop" fmla="*/ 0 h 684000"/>
                <a:gd name="textAreaBottom" fmla="*/ 684360 h 684000"/>
              </a:gdLst>
              <a:ahLst/>
              <a:cxnLst/>
              <a:rect l="textAreaLeft" t="textAreaTop" r="textAreaRight" b="textAreaBottom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object 5"/>
            <p:cNvSpPr/>
            <p:nvPr/>
          </p:nvSpPr>
          <p:spPr>
            <a:xfrm>
              <a:off x="87840" y="737640"/>
              <a:ext cx="4432680" cy="652320"/>
            </a:xfrm>
            <a:custGeom>
              <a:avLst/>
              <a:gdLst>
                <a:gd name="textAreaLeft" fmla="*/ 0 w 4432680"/>
                <a:gd name="textAreaRight" fmla="*/ 4433040 w 4432680"/>
                <a:gd name="textAreaTop" fmla="*/ 0 h 652320"/>
                <a:gd name="textAreaBottom" fmla="*/ 652680 h 652320"/>
              </a:gdLst>
              <a:ahLst/>
              <a:cxnLst/>
              <a:rect l="textAreaLeft" t="textAreaTop" r="textAreaRight" b="textAreaBottom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3" name="object 6"/>
          <p:cNvSpPr/>
          <p:nvPr/>
        </p:nvSpPr>
        <p:spPr>
          <a:xfrm>
            <a:off x="138600" y="756720"/>
            <a:ext cx="443268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6600" rIns="0" bIns="0" anchor="t">
            <a:spAutoFit/>
          </a:bodyPr>
          <a:p>
            <a:pPr algn="ctr">
              <a:lnSpc>
                <a:spcPct val="100000"/>
              </a:lnSpc>
              <a:spcBef>
                <a:spcPts val="524"/>
              </a:spcBef>
            </a:pPr>
            <a:r>
              <a:rPr lang="en-US" sz="1400" b="0" u="none" spc="-31" strike="noStrike">
                <a:solidFill>
                  <a:srgbClr val="FFFFFF"/>
                </a:solidFill>
                <a:effectLst/>
                <a:uFillTx/>
                <a:latin typeface="Tahoma"/>
              </a:rPr>
              <a:t>Introduction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to</a:t>
            </a:r>
            <a:r>
              <a:rPr lang="en-US" sz="1400" b="0" u="none" spc="-31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20" strike="noStrike">
                <a:solidFill>
                  <a:srgbClr val="FFFFFF"/>
                </a:solidFill>
                <a:effectLst/>
                <a:uFillTx/>
                <a:latin typeface="Tahoma"/>
              </a:rPr>
              <a:t>Machine</a:t>
            </a:r>
            <a:r>
              <a:rPr lang="en-US" sz="1400" b="0" u="none" spc="-26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0" strike="noStrike">
                <a:solidFill>
                  <a:srgbClr val="FFFFFF"/>
                </a:solidFill>
                <a:effectLst/>
                <a:uFillTx/>
                <a:latin typeface="Tahoma"/>
              </a:rPr>
              <a:t>Learning</a:t>
            </a:r>
            <a:r>
              <a:rPr lang="en-US" sz="1400" b="0" u="none" spc="-31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(CS642)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6"/>
              </a:spcBef>
            </a:pPr>
            <a:r>
              <a:rPr lang="en-US" sz="1100" b="0" u="none" spc="-31" strike="noStrike">
                <a:solidFill>
                  <a:srgbClr val="FFFFFF"/>
                </a:solidFill>
                <a:effectLst/>
                <a:uFillTx/>
                <a:latin typeface="Tahoma"/>
              </a:rPr>
              <a:t>Lecture</a:t>
            </a:r>
            <a:r>
              <a:rPr lang="en-US" sz="1100" b="0" u="none" spc="-34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FFFF"/>
                </a:solidFill>
                <a:effectLst/>
                <a:uFillTx/>
                <a:latin typeface="Tahoma"/>
              </a:rPr>
              <a:t>01</a:t>
            </a:r>
            <a:r>
              <a:rPr lang="en-US" sz="1100" b="0" u="none" spc="-26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-</a:t>
            </a:r>
            <a:r>
              <a:rPr lang="en-US" sz="1100" b="0" u="none" spc="-26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9" strike="noStrike">
                <a:solidFill>
                  <a:srgbClr val="FFFFFF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6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Classification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object 7"/>
          <p:cNvSpPr/>
          <p:nvPr/>
        </p:nvSpPr>
        <p:spPr>
          <a:xfrm>
            <a:off x="1685520" y="1600200"/>
            <a:ext cx="1236600" cy="9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algn="ctr">
              <a:lnSpc>
                <a:spcPct val="100000"/>
              </a:lnSpc>
              <a:spcBef>
                <a:spcPts val="91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Dr.</a:t>
            </a:r>
            <a:r>
              <a:rPr lang="en-US" sz="1100" b="0" u="none" spc="8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Abdul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Basit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ts val="950"/>
              </a:lnSpc>
              <a:spcBef>
                <a:spcPts val="1264"/>
              </a:spcBef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Assistant</a:t>
            </a:r>
            <a:r>
              <a:rPr lang="en-US" sz="800" b="0" u="none" spc="1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8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Professor</a:t>
            </a:r>
            <a:r>
              <a:rPr lang="en-US" sz="800" b="0" u="none" spc="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-</a:t>
            </a:r>
            <a:r>
              <a:rPr lang="en-US" sz="800" b="0" u="none" spc="20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800" b="0" u="none" spc="-20" strike="noStrike">
                <a:solidFill>
                  <a:srgbClr val="000000"/>
                </a:solidFill>
                <a:effectLst/>
                <a:uFillTx/>
                <a:latin typeface="Arial MT"/>
              </a:rPr>
              <a:t>CSIM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University</a:t>
            </a:r>
            <a:r>
              <a:rPr lang="en-US" sz="800" b="0" u="none" spc="26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 MT"/>
              </a:rPr>
              <a:t>of</a:t>
            </a:r>
            <a:r>
              <a:rPr lang="en-US" sz="800" b="0" u="none" spc="26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800" b="0" u="none" spc="-11" strike="noStrike">
                <a:solidFill>
                  <a:srgbClr val="000000"/>
                </a:solidFill>
                <a:effectLst/>
                <a:uFillTx/>
                <a:latin typeface="Arial MT"/>
              </a:rPr>
              <a:t>Balochistan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94"/>
              </a:spcBef>
            </a:pP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October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24,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2025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object 8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126" name="object 9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object 10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object 11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PlaceHolder 1"/>
          <p:cNvSpPr>
            <a:spLocks noGrp="1"/>
          </p:cNvSpPr>
          <p:nvPr>
            <p:ph type="ftr" idx="16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object 13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 idx="17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8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DEFDAD40-A2D3-4E75-A9FC-F7287F7B6C57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object 21"/>
          <p:cNvSpPr/>
          <p:nvPr/>
        </p:nvSpPr>
        <p:spPr>
          <a:xfrm>
            <a:off x="295200" y="1866600"/>
            <a:ext cx="1838520" cy="11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object 22"/>
          <p:cNvPicPr/>
          <p:nvPr/>
        </p:nvPicPr>
        <p:blipFill>
          <a:blip r:embed="rId59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0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5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156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PlaceHolder 2"/>
          <p:cNvSpPr>
            <a:spLocks noGrp="1"/>
          </p:cNvSpPr>
          <p:nvPr>
            <p:ph type="ftr" idx="19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0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0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21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BE74392F-F155-4BB6-83A2-88B8D142BF33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5400" y="59760"/>
            <a:ext cx="1460880" cy="2448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64" name="object 3"/>
          <p:cNvPicPr/>
          <p:nvPr/>
        </p:nvPicPr>
        <p:blipFill>
          <a:blip r:embed="rId1"/>
          <a:stretch/>
        </p:blipFill>
        <p:spPr>
          <a:xfrm>
            <a:off x="281160" y="13597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object 4"/>
          <p:cNvSpPr/>
          <p:nvPr/>
        </p:nvSpPr>
        <p:spPr>
          <a:xfrm>
            <a:off x="402840" y="1232640"/>
            <a:ext cx="404460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computers,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interpreting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contents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less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trivial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all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computer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9" strike="noStrike">
                <a:solidFill>
                  <a:srgbClr val="000000"/>
                </a:solidFill>
                <a:effectLst/>
                <a:uFillTx/>
                <a:latin typeface="Tahoma"/>
              </a:rPr>
              <a:t>sees</a:t>
            </a:r>
            <a:r>
              <a:rPr lang="en-US" sz="11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big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matrix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numbers.</a:t>
            </a:r>
            <a:r>
              <a:rPr lang="en-US" sz="1100" b="0" u="none" spc="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has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no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idea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</a:pP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regarding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thoughts,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knowledge,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meaning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trying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to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convey.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object 5"/>
          <p:cNvPicPr/>
          <p:nvPr/>
        </p:nvPicPr>
        <p:blipFill>
          <a:blip r:embed="rId2"/>
          <a:stretch/>
        </p:blipFill>
        <p:spPr>
          <a:xfrm>
            <a:off x="281160" y="15696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7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168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1" name="PlaceHolder 2"/>
          <p:cNvSpPr>
            <a:spLocks noGrp="1"/>
          </p:cNvSpPr>
          <p:nvPr>
            <p:ph type="ftr" idx="22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dt" idx="23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24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2378B11C-BF2C-491D-A643-7C7AF503E055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77" name="object 4"/>
          <p:cNvPicPr/>
          <p:nvPr/>
        </p:nvPicPr>
        <p:blipFill>
          <a:blip r:embed="rId1"/>
          <a:stretch/>
        </p:blipFill>
        <p:spPr>
          <a:xfrm>
            <a:off x="281160" y="10004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object 5"/>
          <p:cNvSpPr/>
          <p:nvPr/>
        </p:nvSpPr>
        <p:spPr>
          <a:xfrm>
            <a:off x="402840" y="916920"/>
            <a:ext cx="407268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order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understand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contents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must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apply 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image 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classification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which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task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using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computer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vision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 learning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algorithms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extract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meaning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image.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just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action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could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simple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assigning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label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image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contains,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advanced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interpreting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contents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 returning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human-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readable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sentence.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pc="-79" strike="noStrike">
                <a:solidFill>
                  <a:srgbClr val="FF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classification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understanding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currently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(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and will 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continue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)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most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popular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sub-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field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computer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vision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next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ten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years.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object 6"/>
          <p:cNvPicPr/>
          <p:nvPr/>
        </p:nvPicPr>
        <p:blipFill>
          <a:blip r:embed="rId2"/>
          <a:stretch/>
        </p:blipFill>
        <p:spPr>
          <a:xfrm>
            <a:off x="281160" y="155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object 7"/>
          <p:cNvPicPr/>
          <p:nvPr/>
        </p:nvPicPr>
        <p:blipFill>
          <a:blip r:embed="rId3"/>
          <a:stretch/>
        </p:blipFill>
        <p:spPr>
          <a:xfrm>
            <a:off x="281160" y="21088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1" name="object 8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182" name="object 9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object 10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object 11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2"/>
          <p:cNvSpPr>
            <a:spLocks noGrp="1"/>
          </p:cNvSpPr>
          <p:nvPr>
            <p:ph type="ftr" idx="25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object 13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26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27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1CC8DF79-DE73-49C5-AFC0-06CA89473CA9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91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3333B2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212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5" name="PlaceHolder 2"/>
          <p:cNvSpPr>
            <a:spLocks noGrp="1"/>
          </p:cNvSpPr>
          <p:nvPr>
            <p:ph type="ftr" idx="28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29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sldNum" idx="30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D5499961-A441-4F9E-A6C7-269C4C63648C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5400" y="59760"/>
            <a:ext cx="1460880" cy="2448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21" name="object 4"/>
          <p:cNvPicPr/>
          <p:nvPr/>
        </p:nvPicPr>
        <p:blipFill>
          <a:blip r:embed="rId1"/>
          <a:stretch/>
        </p:blipFill>
        <p:spPr>
          <a:xfrm>
            <a:off x="281160" y="4953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2" name="object 5"/>
          <p:cNvSpPr/>
          <p:nvPr/>
        </p:nvSpPr>
        <p:spPr>
          <a:xfrm>
            <a:off x="402840" y="411840"/>
            <a:ext cx="407880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85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task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assigning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label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predefined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let’s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assume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possible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categories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includes: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</a:pPr>
            <a:r>
              <a:rPr lang="en-US" sz="1100" b="0" u="none" spc="111" strike="noStrike">
                <a:solidFill>
                  <a:srgbClr val="000000"/>
                </a:solidFill>
                <a:effectLst/>
                <a:uFillTx/>
                <a:latin typeface="Calibri"/>
              </a:rPr>
              <a:t>categories</a:t>
            </a:r>
            <a:r>
              <a:rPr lang="en-US" sz="11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=</a:t>
            </a:r>
            <a:r>
              <a:rPr lang="en-US" sz="11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i="1" u="none" spc="96" strike="noStrike">
                <a:solidFill>
                  <a:srgbClr val="000000"/>
                </a:solidFill>
                <a:effectLst/>
                <a:uFillTx/>
                <a:latin typeface="Verdana"/>
              </a:rPr>
              <a:t>{</a:t>
            </a:r>
            <a:r>
              <a:rPr lang="en-US" sz="11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cat,</a:t>
            </a:r>
            <a:r>
              <a:rPr lang="en-US" sz="1100" b="0" u="none" spc="3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85" strike="noStrike">
                <a:solidFill>
                  <a:srgbClr val="000000"/>
                </a:solidFill>
                <a:effectLst/>
                <a:uFillTx/>
                <a:latin typeface="Calibri"/>
              </a:rPr>
              <a:t>dog,</a:t>
            </a:r>
            <a:r>
              <a:rPr lang="en-US" sz="11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panda</a:t>
            </a:r>
            <a:r>
              <a:rPr lang="en-US" sz="1100" b="0" i="1" u="none" spc="-11" strike="noStrike">
                <a:solidFill>
                  <a:srgbClr val="000000"/>
                </a:solidFill>
                <a:effectLst/>
                <a:uFillTx/>
                <a:latin typeface="Verdana"/>
              </a:rPr>
              <a:t>}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object 6"/>
          <p:cNvPicPr/>
          <p:nvPr/>
        </p:nvPicPr>
        <p:blipFill>
          <a:blip r:embed="rId2"/>
          <a:stretch/>
        </p:blipFill>
        <p:spPr>
          <a:xfrm>
            <a:off x="281160" y="8395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object 7"/>
          <p:cNvPicPr/>
          <p:nvPr/>
        </p:nvPicPr>
        <p:blipFill>
          <a:blip r:embed="rId3"/>
          <a:stretch/>
        </p:blipFill>
        <p:spPr>
          <a:xfrm>
            <a:off x="1089000" y="1132920"/>
            <a:ext cx="2706480" cy="170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object 8"/>
          <p:cNvSpPr/>
          <p:nvPr/>
        </p:nvSpPr>
        <p:spPr>
          <a:xfrm>
            <a:off x="402840" y="2943000"/>
            <a:ext cx="404388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000" b="0" u="none" spc="-31" strike="noStrike">
                <a:solidFill>
                  <a:srgbClr val="3333B2"/>
                </a:solidFill>
                <a:effectLst/>
                <a:uFillTx/>
                <a:latin typeface="Tahoma"/>
              </a:rPr>
              <a:t>Figure: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goal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 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system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take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image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assign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label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based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pre-</a:t>
            </a:r>
            <a:r>
              <a:rPr lang="en-US" sz="1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defined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set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categories.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26" name="object 9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227" name="object 10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object 11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object 12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0" name="PlaceHolder 2"/>
          <p:cNvSpPr>
            <a:spLocks noGrp="1"/>
          </p:cNvSpPr>
          <p:nvPr>
            <p:ph type="ftr" idx="31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object 14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32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sldNum" idx="33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fld id="{F6C35F18-4668-4CA1-AA0E-A95D549F5294}" type="slidenum"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&lt;number&gt;</a:t>
            </a:fld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36" name="object 4"/>
          <p:cNvPicPr/>
          <p:nvPr/>
        </p:nvPicPr>
        <p:blipFill>
          <a:blip r:embed="rId1"/>
          <a:stretch/>
        </p:blipFill>
        <p:spPr>
          <a:xfrm>
            <a:off x="281160" y="13748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object 5"/>
          <p:cNvSpPr/>
          <p:nvPr/>
        </p:nvSpPr>
        <p:spPr>
          <a:xfrm>
            <a:off x="402840" y="1291320"/>
            <a:ext cx="398304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More</a:t>
            </a:r>
            <a:r>
              <a:rPr lang="en-US" sz="11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formally, given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image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1100" b="0" i="1" u="none" spc="5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i="1" u="none" spc="-60" strike="noStrike">
                <a:solidFill>
                  <a:srgbClr val="000000"/>
                </a:solidFill>
                <a:effectLst/>
                <a:uFillTx/>
                <a:latin typeface="Verdana"/>
              </a:rPr>
              <a:t>×</a:t>
            </a:r>
            <a:r>
              <a:rPr lang="en-US" sz="1100" b="0" i="1" u="none" spc="-145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1100" b="0" i="1" u="none" spc="7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pixels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three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channels,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Red,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Green,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Blue,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respectively,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goal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take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</a:t>
            </a:r>
            <a:r>
              <a:rPr lang="en-US" sz="1100" b="0" i="1" u="none" spc="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i="1" u="none" spc="-60" strike="noStrike">
                <a:solidFill>
                  <a:srgbClr val="000000"/>
                </a:solidFill>
                <a:effectLst/>
                <a:uFillTx/>
                <a:latin typeface="Verdana"/>
              </a:rPr>
              <a:t>×</a:t>
            </a:r>
            <a:r>
              <a:rPr lang="en-US" sz="1100" b="0" i="1" u="none" spc="-145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lang="en-US" sz="1100" b="0" i="1" u="none" spc="-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i="1" u="none" spc="-60" strike="noStrike">
                <a:solidFill>
                  <a:srgbClr val="000000"/>
                </a:solidFill>
                <a:effectLst/>
                <a:uFillTx/>
                <a:latin typeface="Verdana"/>
              </a:rPr>
              <a:t>×</a:t>
            </a:r>
            <a:r>
              <a:rPr lang="en-US" sz="1100" b="0" i="1" u="none" spc="-145" strike="noStrike">
                <a:solidFill>
                  <a:srgbClr val="000000"/>
                </a:solidFill>
                <a:effectLst/>
                <a:uFillTx/>
                <a:latin typeface="Verdan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3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=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1100" b="0" i="1" u="none" spc="10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pixel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figure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out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how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correctly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classify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contents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image.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8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239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2" name="PlaceHolder 2"/>
          <p:cNvSpPr>
            <a:spLocks noGrp="1"/>
          </p:cNvSpPr>
          <p:nvPr>
            <p:ph type="ftr" idx="34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35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object 13"/>
          <p:cNvSpPr/>
          <p:nvPr/>
        </p:nvSpPr>
        <p:spPr>
          <a:xfrm>
            <a:off x="4358880" y="3351960"/>
            <a:ext cx="240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7</a:t>
            </a:r>
            <a:r>
              <a:rPr lang="en-US" sz="600" b="0" u="none" spc="3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48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3333B2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269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" name="PlaceHolder 2"/>
          <p:cNvSpPr>
            <a:spLocks noGrp="1"/>
          </p:cNvSpPr>
          <p:nvPr>
            <p:ph type="ftr" idx="36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dt" idx="37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5256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5256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object 31"/>
          <p:cNvSpPr/>
          <p:nvPr/>
        </p:nvSpPr>
        <p:spPr>
          <a:xfrm>
            <a:off x="4358880" y="3351960"/>
            <a:ext cx="240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7</a:t>
            </a:r>
            <a:r>
              <a:rPr lang="en-US" sz="600" b="0" u="none" spc="3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34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Terminology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78" name="object 4"/>
          <p:cNvPicPr/>
          <p:nvPr/>
        </p:nvPicPr>
        <p:blipFill>
          <a:blip r:embed="rId1"/>
          <a:stretch/>
        </p:blipFill>
        <p:spPr>
          <a:xfrm>
            <a:off x="281160" y="11905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object 5"/>
          <p:cNvSpPr/>
          <p:nvPr/>
        </p:nvSpPr>
        <p:spPr>
          <a:xfrm>
            <a:off x="402840" y="1107000"/>
            <a:ext cx="3861000" cy="91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When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performing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deep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dataset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trying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extract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knowledge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from.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example/item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dataset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(whether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data,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text data,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audio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data,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etc.)</a:t>
            </a: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point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.</a:t>
            </a: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 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dataset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therefore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collection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points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object 6"/>
          <p:cNvPicPr/>
          <p:nvPr/>
        </p:nvPicPr>
        <p:blipFill>
          <a:blip r:embed="rId2"/>
          <a:stretch/>
        </p:blipFill>
        <p:spPr>
          <a:xfrm>
            <a:off x="281160" y="15728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object 7"/>
          <p:cNvPicPr/>
          <p:nvPr/>
        </p:nvPicPr>
        <p:blipFill>
          <a:blip r:embed="rId3"/>
          <a:stretch/>
        </p:blipFill>
        <p:spPr>
          <a:xfrm>
            <a:off x="510120" y="2068200"/>
            <a:ext cx="113760" cy="11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object 8"/>
          <p:cNvSpPr/>
          <p:nvPr/>
        </p:nvSpPr>
        <p:spPr>
          <a:xfrm>
            <a:off x="534240" y="2055240"/>
            <a:ext cx="6552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60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object 9"/>
          <p:cNvSpPr/>
          <p:nvPr/>
        </p:nvSpPr>
        <p:spPr>
          <a:xfrm>
            <a:off x="680040" y="2022480"/>
            <a:ext cx="35535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0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context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classification,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dataset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collection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of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images.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ts val="1191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1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is,</a:t>
            </a:r>
            <a:r>
              <a:rPr lang="en-US" sz="10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therefore,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0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point.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object 10"/>
          <p:cNvPicPr/>
          <p:nvPr/>
        </p:nvPicPr>
        <p:blipFill>
          <a:blip r:embed="rId4"/>
          <a:stretch/>
        </p:blipFill>
        <p:spPr>
          <a:xfrm>
            <a:off x="510120" y="2371680"/>
            <a:ext cx="113760" cy="11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object 11"/>
          <p:cNvSpPr/>
          <p:nvPr/>
        </p:nvSpPr>
        <p:spPr>
          <a:xfrm>
            <a:off x="534240" y="2358720"/>
            <a:ext cx="6552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60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6" name="object 12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287" name="object 13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object 14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object 15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0" name="PlaceHolder 2"/>
          <p:cNvSpPr>
            <a:spLocks noGrp="1"/>
          </p:cNvSpPr>
          <p:nvPr>
            <p:ph type="ftr" idx="38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object 17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1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39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type="sldNum" idx="40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8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object 3"/>
          <p:cNvSpPr/>
          <p:nvPr/>
        </p:nvSpPr>
        <p:spPr>
          <a:xfrm>
            <a:off x="95400" y="59760"/>
            <a:ext cx="14608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7280" rIns="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lang="en-US" sz="1400" b="0" u="none" spc="-85" strike="noStrike">
                <a:solidFill>
                  <a:srgbClr val="FFFFFF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rgbClr val="FFFFFF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6" name="object 4"/>
          <p:cNvGrpSpPr/>
          <p:nvPr/>
        </p:nvGrpSpPr>
        <p:grpSpPr>
          <a:xfrm>
            <a:off x="0" y="448200"/>
            <a:ext cx="4608000" cy="3007440"/>
            <a:chOff x="0" y="448200"/>
            <a:chExt cx="4608000" cy="3007440"/>
          </a:xfrm>
        </p:grpSpPr>
        <p:pic>
          <p:nvPicPr>
            <p:cNvPr id="297" name="object 5"/>
            <p:cNvPicPr/>
            <p:nvPr/>
          </p:nvPicPr>
          <p:blipFill>
            <a:blip r:embed="rId1"/>
            <a:stretch/>
          </p:blipFill>
          <p:spPr>
            <a:xfrm>
              <a:off x="290520" y="448200"/>
              <a:ext cx="4026960" cy="2880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8" name="object 6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object 7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object 8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1" name="PlaceHolder 1"/>
          <p:cNvSpPr>
            <a:spLocks noGrp="1"/>
          </p:cNvSpPr>
          <p:nvPr>
            <p:ph type="ftr" idx="41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object 10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dt" idx="42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3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9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7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5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328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PlaceHolder 2"/>
          <p:cNvSpPr>
            <a:spLocks noGrp="1"/>
          </p:cNvSpPr>
          <p:nvPr>
            <p:ph type="ftr" idx="44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dt" idx="45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sldNum" idx="46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10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85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Challenges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object 4"/>
          <p:cNvPicPr/>
          <p:nvPr/>
        </p:nvPicPr>
        <p:blipFill>
          <a:blip r:embed="rId1"/>
          <a:stretch/>
        </p:blipFill>
        <p:spPr>
          <a:xfrm>
            <a:off x="281160" y="11793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object 5"/>
          <p:cNvSpPr/>
          <p:nvPr/>
        </p:nvSpPr>
        <p:spPr>
          <a:xfrm>
            <a:off x="402840" y="1051920"/>
            <a:ext cx="1157400" cy="14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25000"/>
              </a:lnSpc>
              <a:spcBef>
                <a:spcPts val="99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Viewpoint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variation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Scale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variation Deformation Occlusion Illumination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Background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clutter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Intra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class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variation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object 6"/>
          <p:cNvPicPr/>
          <p:nvPr/>
        </p:nvPicPr>
        <p:blipFill>
          <a:blip r:embed="rId2"/>
          <a:stretch/>
        </p:blipFill>
        <p:spPr>
          <a:xfrm>
            <a:off x="281160" y="1389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object 7"/>
          <p:cNvPicPr/>
          <p:nvPr/>
        </p:nvPicPr>
        <p:blipFill>
          <a:blip r:embed="rId3"/>
          <a:stretch/>
        </p:blipFill>
        <p:spPr>
          <a:xfrm>
            <a:off x="281160" y="1599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object 8"/>
          <p:cNvPicPr/>
          <p:nvPr/>
        </p:nvPicPr>
        <p:blipFill>
          <a:blip r:embed="rId4"/>
          <a:stretch/>
        </p:blipFill>
        <p:spPr>
          <a:xfrm>
            <a:off x="281160" y="18093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object 9"/>
          <p:cNvPicPr/>
          <p:nvPr/>
        </p:nvPicPr>
        <p:blipFill>
          <a:blip r:embed="rId5"/>
          <a:stretch/>
        </p:blipFill>
        <p:spPr>
          <a:xfrm>
            <a:off x="281160" y="2019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object 10"/>
          <p:cNvPicPr/>
          <p:nvPr/>
        </p:nvPicPr>
        <p:blipFill>
          <a:blip r:embed="rId6"/>
          <a:stretch/>
        </p:blipFill>
        <p:spPr>
          <a:xfrm>
            <a:off x="281160" y="2229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object 11"/>
          <p:cNvPicPr/>
          <p:nvPr/>
        </p:nvPicPr>
        <p:blipFill>
          <a:blip r:embed="rId7"/>
          <a:stretch/>
        </p:blipFill>
        <p:spPr>
          <a:xfrm>
            <a:off x="281160" y="24393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5" name="object 12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346" name="object 13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object 14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object 15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9" name="PlaceHolder 2"/>
          <p:cNvSpPr>
            <a:spLocks noGrp="1"/>
          </p:cNvSpPr>
          <p:nvPr>
            <p:ph type="ftr" idx="47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object 17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11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12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13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4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dt" idx="48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sldNum" idx="49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11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object 3"/>
          <p:cNvSpPr/>
          <p:nvPr/>
        </p:nvSpPr>
        <p:spPr>
          <a:xfrm>
            <a:off x="95400" y="15120"/>
            <a:ext cx="14608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1560" rIns="0" bIns="0" anchor="t">
            <a:spAutoFit/>
          </a:bodyPr>
          <a:p>
            <a:pPr marL="12600">
              <a:lnSpc>
                <a:spcPct val="100000"/>
              </a:lnSpc>
              <a:spcBef>
                <a:spcPts val="485"/>
              </a:spcBef>
            </a:pPr>
            <a:r>
              <a:rPr lang="en-US" sz="1400" b="0" u="none" spc="-85" strike="noStrike">
                <a:solidFill>
                  <a:srgbClr val="FFFFFF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rgbClr val="FFFFFF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4"/>
              </a:spcBef>
            </a:pPr>
            <a:r>
              <a:rPr lang="en-US" sz="9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Challenges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object 4"/>
          <p:cNvPicPr/>
          <p:nvPr/>
        </p:nvPicPr>
        <p:blipFill>
          <a:blip r:embed="rId1"/>
          <a:stretch/>
        </p:blipFill>
        <p:spPr>
          <a:xfrm>
            <a:off x="406080" y="765720"/>
            <a:ext cx="3853440" cy="2355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6" name="object 5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357" name="object 6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object 7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object 8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0" name="PlaceHolder 1"/>
          <p:cNvSpPr>
            <a:spLocks noGrp="1"/>
          </p:cNvSpPr>
          <p:nvPr>
            <p:ph type="ftr" idx="50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object 10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dt" idx="51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52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12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object 3"/>
          <p:cNvSpPr/>
          <p:nvPr/>
        </p:nvSpPr>
        <p:spPr>
          <a:xfrm>
            <a:off x="95400" y="15120"/>
            <a:ext cx="14608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1560" rIns="0" bIns="0" anchor="t">
            <a:spAutoFit/>
          </a:bodyPr>
          <a:p>
            <a:pPr marL="12600">
              <a:lnSpc>
                <a:spcPct val="100000"/>
              </a:lnSpc>
              <a:spcBef>
                <a:spcPts val="485"/>
              </a:spcBef>
            </a:pPr>
            <a:r>
              <a:rPr lang="en-US" sz="1400" b="0" u="none" spc="-85" strike="noStrike">
                <a:solidFill>
                  <a:srgbClr val="FFFFFF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20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rgbClr val="FFFFFF"/>
                </a:solidFill>
                <a:effectLst/>
                <a:uFillTx/>
                <a:latin typeface="Tahoma"/>
              </a:rPr>
              <a:t>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24"/>
              </a:spcBef>
            </a:pPr>
            <a:r>
              <a:rPr lang="en-US" sz="9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Challenges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6" name="object 4"/>
          <p:cNvGrpSpPr/>
          <p:nvPr/>
        </p:nvGrpSpPr>
        <p:grpSpPr>
          <a:xfrm>
            <a:off x="0" y="599760"/>
            <a:ext cx="4608000" cy="2855880"/>
            <a:chOff x="0" y="599760"/>
            <a:chExt cx="4608000" cy="2855880"/>
          </a:xfrm>
        </p:grpSpPr>
        <p:pic>
          <p:nvPicPr>
            <p:cNvPr id="367" name="object 5"/>
            <p:cNvPicPr/>
            <p:nvPr/>
          </p:nvPicPr>
          <p:blipFill>
            <a:blip r:embed="rId1"/>
            <a:stretch/>
          </p:blipFill>
          <p:spPr>
            <a:xfrm>
              <a:off x="739800" y="599760"/>
              <a:ext cx="3127680" cy="2754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8" name="object 6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object 7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object 8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1" name="PlaceHolder 1"/>
          <p:cNvSpPr>
            <a:spLocks noGrp="1"/>
          </p:cNvSpPr>
          <p:nvPr>
            <p:ph type="ftr" idx="53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object 10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dt" idx="54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55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13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77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0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2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7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398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1" name="PlaceHolder 2"/>
          <p:cNvSpPr>
            <a:spLocks noGrp="1"/>
          </p:cNvSpPr>
          <p:nvPr>
            <p:ph type="ftr" idx="56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dt" idx="57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sldNum" idx="58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14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07" name="object 4"/>
          <p:cNvPicPr/>
          <p:nvPr/>
        </p:nvPicPr>
        <p:blipFill>
          <a:blip r:embed="rId1"/>
          <a:stretch/>
        </p:blipFill>
        <p:spPr>
          <a:xfrm>
            <a:off x="281160" y="14436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object 5"/>
          <p:cNvSpPr/>
          <p:nvPr/>
        </p:nvSpPr>
        <p:spPr>
          <a:xfrm>
            <a:off x="402840" y="1360440"/>
            <a:ext cx="389844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four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steps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building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deep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learning-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based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as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well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compare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contrast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traditional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FF0000"/>
                </a:solidFill>
                <a:effectLst/>
                <a:uFillTx/>
                <a:latin typeface="Tahoma"/>
              </a:rPr>
              <a:t>feature-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based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machine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versus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FF0000"/>
                </a:solidFill>
                <a:effectLst/>
                <a:uFillTx/>
                <a:latin typeface="Tahoma"/>
              </a:rPr>
              <a:t>end-</a:t>
            </a:r>
            <a:r>
              <a:rPr lang="en-US" sz="1100" b="0" u="none" spc="-51" strike="noStrike">
                <a:solidFill>
                  <a:srgbClr val="FF0000"/>
                </a:solidFill>
                <a:effectLst/>
                <a:uFillTx/>
                <a:latin typeface="Tahoma"/>
              </a:rPr>
              <a:t>to-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end</a:t>
            </a:r>
            <a:r>
              <a:rPr lang="en-US" sz="1100" b="0" u="none" spc="-1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deep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learning.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9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410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3" name="PlaceHolder 2"/>
          <p:cNvSpPr>
            <a:spLocks noGrp="1"/>
          </p:cNvSpPr>
          <p:nvPr>
            <p:ph type="ftr" idx="59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dt" idx="60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 type="sldNum" idx="61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15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pc="74" strike="noStrike">
                <a:solidFill>
                  <a:schemeClr val="lt1"/>
                </a:solidFill>
                <a:effectLst/>
                <a:uFillTx/>
                <a:latin typeface="Tahoma"/>
              </a:rPr>
              <a:t>A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shift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in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mindset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9" name="object 4"/>
          <p:cNvSpPr/>
          <p:nvPr/>
        </p:nvSpPr>
        <p:spPr>
          <a:xfrm>
            <a:off x="126000" y="1110600"/>
            <a:ext cx="2279880" cy="13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84960">
              <a:lnSpc>
                <a:spcPct val="100000"/>
              </a:lnSpc>
              <a:spcBef>
                <a:spcPts val="91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&gt;&gt;&gt;</a:t>
            </a:r>
            <a:r>
              <a:rPr lang="en-US" sz="1100" b="0" u="none" spc="3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79" strike="noStrike">
                <a:solidFill>
                  <a:srgbClr val="000000"/>
                </a:solidFill>
                <a:effectLst/>
                <a:uFillTx/>
                <a:latin typeface="Calibri"/>
              </a:rPr>
              <a:t>def</a:t>
            </a:r>
            <a:r>
              <a:rPr lang="en-US" sz="1100" b="0" u="none" spc="3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170" strike="noStrike">
                <a:solidFill>
                  <a:srgbClr val="000000"/>
                </a:solidFill>
                <a:effectLst/>
                <a:uFillTx/>
                <a:latin typeface="Calibri"/>
              </a:rPr>
              <a:t>fib(n):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275" strike="noStrike">
                <a:solidFill>
                  <a:srgbClr val="000000"/>
                </a:solidFill>
                <a:effectLst/>
                <a:uFillTx/>
                <a:latin typeface="Calibri"/>
              </a:rPr>
              <a:t>if</a:t>
            </a:r>
            <a:r>
              <a:rPr lang="en-US" sz="11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lang="en-US" sz="1100" b="0" u="none" spc="3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==</a:t>
            </a:r>
            <a:r>
              <a:rPr lang="en-US" sz="1100" b="0" u="none" spc="3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111" strike="noStrike">
                <a:solidFill>
                  <a:srgbClr val="000000"/>
                </a:solidFill>
                <a:effectLst/>
                <a:uFillTx/>
                <a:latin typeface="Calibri"/>
              </a:rPr>
              <a:t>0: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</a:t>
            </a:r>
            <a:r>
              <a:rPr lang="en-US" sz="1100" b="0" u="none" spc="3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224" strike="noStrike">
                <a:solidFill>
                  <a:srgbClr val="000000"/>
                </a:solidFill>
                <a:effectLst/>
                <a:uFillTx/>
                <a:latin typeface="Calibri"/>
              </a:rPr>
              <a:t>elif</a:t>
            </a:r>
            <a:r>
              <a:rPr lang="en-US" sz="11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n</a:t>
            </a:r>
            <a:r>
              <a:rPr lang="en-US" sz="1100" b="0" u="none" spc="3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==</a:t>
            </a:r>
            <a:r>
              <a:rPr lang="en-US" sz="1100" b="0" u="none" spc="3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111" strike="noStrike">
                <a:solidFill>
                  <a:srgbClr val="000000"/>
                </a:solidFill>
                <a:effectLst/>
                <a:uFillTx/>
                <a:latin typeface="Calibri"/>
              </a:rPr>
              <a:t>1: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</a:t>
            </a:r>
            <a:r>
              <a:rPr lang="en-US" sz="1100" b="0" u="none" spc="3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145" strike="noStrike">
                <a:solidFill>
                  <a:srgbClr val="000000"/>
                </a:solidFill>
                <a:effectLst/>
                <a:uFillTx/>
                <a:latin typeface="Calibri"/>
              </a:rPr>
              <a:t>else: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return</a:t>
            </a:r>
            <a:r>
              <a:rPr lang="en-US" sz="1100" b="0" u="none" spc="3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150" strike="noStrike">
                <a:solidFill>
                  <a:srgbClr val="000000"/>
                </a:solidFill>
                <a:effectLst/>
                <a:uFillTx/>
                <a:latin typeface="Calibri"/>
              </a:rPr>
              <a:t>fib(n-</a:t>
            </a:r>
            <a:r>
              <a:rPr lang="en-US" sz="1100" b="0" u="none" spc="170" strike="noStrike">
                <a:solidFill>
                  <a:srgbClr val="000000"/>
                </a:solidFill>
                <a:effectLst/>
                <a:uFillTx/>
                <a:latin typeface="Calibri"/>
              </a:rPr>
              <a:t>1)</a:t>
            </a:r>
            <a:r>
              <a:rPr lang="en-US" sz="1100" b="0" u="none" spc="3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+</a:t>
            </a:r>
            <a:r>
              <a:rPr lang="en-US" sz="1100" b="0" u="none" spc="3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1100" b="0" u="none" spc="150" strike="noStrike">
                <a:solidFill>
                  <a:srgbClr val="000000"/>
                </a:solidFill>
                <a:effectLst/>
                <a:uFillTx/>
                <a:latin typeface="Calibri"/>
              </a:rPr>
              <a:t>fib(n-</a:t>
            </a:r>
            <a:r>
              <a:rPr lang="en-US" sz="1100" b="0" u="none" spc="145" strike="noStrike">
                <a:solidFill>
                  <a:srgbClr val="000000"/>
                </a:solidFill>
                <a:effectLst/>
                <a:uFillTx/>
                <a:latin typeface="Calibri"/>
              </a:rPr>
              <a:t>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"/>
              </a:spcBef>
              <a:tabLst>
                <a:tab pos="375840" algn="l"/>
              </a:tabLst>
            </a:pPr>
            <a:r>
              <a:rPr lang="en-US" sz="1100" b="0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...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&gt;&gt;&gt;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0" name="object 5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421" name="object 6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object 7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object 8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4" name="PlaceHolder 2"/>
          <p:cNvSpPr>
            <a:spLocks noGrp="1"/>
          </p:cNvSpPr>
          <p:nvPr>
            <p:ph type="ftr" idx="62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object 10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dt" idx="63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sldNum" idx="64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16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pc="74" strike="noStrike">
                <a:solidFill>
                  <a:schemeClr val="lt1"/>
                </a:solidFill>
                <a:effectLst/>
                <a:uFillTx/>
                <a:latin typeface="Tahoma"/>
              </a:rPr>
              <a:t>A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shift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in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mindset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30" name="object 4"/>
          <p:cNvPicPr/>
          <p:nvPr/>
        </p:nvPicPr>
        <p:blipFill>
          <a:blip r:embed="rId1"/>
          <a:stretch/>
        </p:blipFill>
        <p:spPr>
          <a:xfrm>
            <a:off x="281160" y="1293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object 5"/>
          <p:cNvPicPr/>
          <p:nvPr/>
        </p:nvPicPr>
        <p:blipFill>
          <a:blip r:embed="rId2"/>
          <a:stretch/>
        </p:blipFill>
        <p:spPr>
          <a:xfrm>
            <a:off x="281160" y="15037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object 6"/>
          <p:cNvPicPr/>
          <p:nvPr/>
        </p:nvPicPr>
        <p:blipFill>
          <a:blip r:embed="rId3"/>
          <a:stretch/>
        </p:blipFill>
        <p:spPr>
          <a:xfrm>
            <a:off x="281160" y="17136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object 7"/>
          <p:cNvPicPr/>
          <p:nvPr/>
        </p:nvPicPr>
        <p:blipFill>
          <a:blip r:embed="rId4"/>
          <a:stretch/>
        </p:blipFill>
        <p:spPr>
          <a:xfrm>
            <a:off x="281160" y="19238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object 8"/>
          <p:cNvSpPr/>
          <p:nvPr/>
        </p:nvSpPr>
        <p:spPr>
          <a:xfrm>
            <a:off x="126000" y="1166400"/>
            <a:ext cx="400140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289440">
              <a:lnSpc>
                <a:spcPct val="125000"/>
              </a:lnSpc>
              <a:spcBef>
                <a:spcPts val="99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Accepts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input,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returns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output.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well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defined.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9440">
              <a:lnSpc>
                <a:spcPct val="125000"/>
              </a:lnSpc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output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easily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verifiable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correctness.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Lends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itself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well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code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coverage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test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suites.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1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Unfortunately,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this </a:t>
            </a:r>
            <a:r>
              <a:rPr lang="en-US" sz="11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60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40" strike="noStrike">
                <a:solidFill>
                  <a:srgbClr val="000000"/>
                </a:solidFill>
                <a:effectLst/>
                <a:uFillTx/>
                <a:latin typeface="Arial"/>
              </a:rPr>
              <a:t>deep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40" strike="noStrike">
                <a:solidFill>
                  <a:srgbClr val="000000"/>
                </a:solidFill>
                <a:effectLst/>
                <a:uFillTx/>
                <a:latin typeface="Arial"/>
              </a:rPr>
              <a:t>learning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and</a:t>
            </a:r>
            <a:r>
              <a:rPr lang="en-US" sz="1100" b="1" u="none" spc="-1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image classification!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35" name="object 9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436" name="object 10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object 11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object 12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9" name="PlaceHolder 2"/>
          <p:cNvSpPr>
            <a:spLocks noGrp="1"/>
          </p:cNvSpPr>
          <p:nvPr>
            <p:ph type="ftr" idx="65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object 14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1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dt" idx="66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sldNum" idx="67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17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pc="74" strike="noStrike">
                <a:solidFill>
                  <a:schemeClr val="lt1"/>
                </a:solidFill>
                <a:effectLst/>
                <a:uFillTx/>
                <a:latin typeface="Tahoma"/>
              </a:rPr>
              <a:t>A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shift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in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mindset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45" name="object 4"/>
          <p:cNvPicPr/>
          <p:nvPr/>
        </p:nvPicPr>
        <p:blipFill>
          <a:blip r:embed="rId1"/>
          <a:stretch/>
        </p:blipFill>
        <p:spPr>
          <a:xfrm>
            <a:off x="281160" y="12139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object 5"/>
          <p:cNvSpPr/>
          <p:nvPr/>
        </p:nvSpPr>
        <p:spPr>
          <a:xfrm>
            <a:off x="402840" y="1130400"/>
            <a:ext cx="402156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Now,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imagine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trying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procedural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function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only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tell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difference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between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two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photos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cat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and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dog.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How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would you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go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about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accomplishing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task?</a:t>
            </a: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Would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you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check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individual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pixel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values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at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various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(</a:t>
            </a:r>
            <a:r>
              <a:rPr lang="en-US" sz="11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x,</a:t>
            </a:r>
            <a:r>
              <a:rPr lang="en-US" sz="1100" b="0" i="1" u="none" spc="-12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i="1" u="none" spc="-54" strike="noStrike">
                <a:solidFill>
                  <a:srgbClr val="000000"/>
                </a:solidFill>
                <a:effectLst/>
                <a:uFillTx/>
                <a:latin typeface="Arial"/>
              </a:rPr>
              <a:t>y</a:t>
            </a:r>
            <a:r>
              <a:rPr lang="en-US" sz="1100" b="0" i="1" u="none" spc="-19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)-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coordinates?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Write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hundreds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if/else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statements?</a:t>
            </a:r>
            <a:r>
              <a:rPr lang="en-US" sz="1100" b="0" u="none" spc="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how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would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maintain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verify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correctness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such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massive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rule-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based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system?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29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short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answer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is:</a:t>
            </a:r>
            <a:r>
              <a:rPr lang="en-US" sz="1100" b="0" u="none" spc="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you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don’t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object 6"/>
          <p:cNvPicPr/>
          <p:nvPr/>
        </p:nvPicPr>
        <p:blipFill>
          <a:blip r:embed="rId2"/>
          <a:stretch/>
        </p:blipFill>
        <p:spPr>
          <a:xfrm>
            <a:off x="281160" y="1596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object 7"/>
          <p:cNvPicPr/>
          <p:nvPr/>
        </p:nvPicPr>
        <p:blipFill>
          <a:blip r:embed="rId3"/>
          <a:stretch/>
        </p:blipFill>
        <p:spPr>
          <a:xfrm>
            <a:off x="281160" y="19782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object 8"/>
          <p:cNvPicPr/>
          <p:nvPr/>
        </p:nvPicPr>
        <p:blipFill>
          <a:blip r:embed="rId4"/>
          <a:stretch/>
        </p:blipFill>
        <p:spPr>
          <a:xfrm>
            <a:off x="281160" y="23601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50" name="object 9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451" name="object 10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object 11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object 12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4" name="PlaceHolder 2"/>
          <p:cNvSpPr>
            <a:spLocks noGrp="1"/>
          </p:cNvSpPr>
          <p:nvPr>
            <p:ph type="ftr" idx="68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object 14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1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dt" idx="69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 type="sldNum" idx="70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18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60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4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6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9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1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3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4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0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481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4" name="PlaceHolder 2"/>
          <p:cNvSpPr>
            <a:spLocks noGrp="1"/>
          </p:cNvSpPr>
          <p:nvPr>
            <p:ph type="ftr" idx="71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dt" idx="72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sldNum" idx="73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19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490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6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3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4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9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0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511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4" name="PlaceHolder 2"/>
          <p:cNvSpPr>
            <a:spLocks noGrp="1"/>
          </p:cNvSpPr>
          <p:nvPr>
            <p:ph type="ftr" idx="74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dt" idx="75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PlaceHolder 4"/>
          <p:cNvSpPr>
            <a:spLocks noGrp="1"/>
          </p:cNvSpPr>
          <p:nvPr>
            <p:ph type="sldNum" idx="76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19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</a:t>
            </a:r>
            <a:r>
              <a:rPr lang="en-US" sz="900" b="0" u="none" spc="-6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#1:</a:t>
            </a:r>
            <a:r>
              <a:rPr lang="en-US" sz="900" b="0" u="none" spc="9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Gather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Your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20" name="object 4"/>
          <p:cNvPicPr/>
          <p:nvPr/>
        </p:nvPicPr>
        <p:blipFill>
          <a:blip r:embed="rId1"/>
          <a:stretch/>
        </p:blipFill>
        <p:spPr>
          <a:xfrm>
            <a:off x="281160" y="13132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402840" y="1229760"/>
            <a:ext cx="4035600" cy="1000080"/>
          </a:xfrm>
          <a:prstGeom prst="rect">
            <a:avLst/>
          </a:prstGeom>
          <a:noFill/>
          <a:ln w="0">
            <a:noFill/>
          </a:ln>
        </p:spPr>
        <p:txBody>
          <a:bodyPr lIns="0" tIns="6840" rIns="0" bIns="0" anchor="t">
            <a:spAutoFit/>
          </a:bodyPr>
          <a:p>
            <a:pPr marL="12600" indent="0" algn="l">
              <a:lnSpc>
                <a:spcPct val="102000"/>
              </a:lnSpc>
              <a:spcBef>
                <a:spcPts val="54"/>
              </a:spcBef>
              <a:buNone/>
            </a:pP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If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chemeClr val="dk1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twice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cat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images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than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dog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images,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five times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panda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images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than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cat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 images,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our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will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become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naturally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FF0000"/>
                </a:solidFill>
                <a:effectLst/>
                <a:uFillTx/>
                <a:latin typeface="Tahoma"/>
              </a:rPr>
              <a:t>biased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overfitting</a:t>
            </a:r>
            <a:r>
              <a:rPr lang="en-US" sz="1100" b="0" u="none" spc="-1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into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these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heavily-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represented</a:t>
            </a:r>
            <a:r>
              <a:rPr lang="en-US" sz="1100" b="0" u="none" spc="5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categories.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Class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imbalance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common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problem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machine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learning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there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exist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4" strike="noStrike">
                <a:solidFill>
                  <a:schemeClr val="dk1"/>
                </a:solidFill>
                <a:effectLst/>
                <a:uFillTx/>
                <a:latin typeface="Tahoma"/>
              </a:rPr>
              <a:t>ways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overcome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22" name="object 6"/>
          <p:cNvPicPr/>
          <p:nvPr/>
        </p:nvPicPr>
        <p:blipFill>
          <a:blip r:embed="rId2"/>
          <a:stretch/>
        </p:blipFill>
        <p:spPr>
          <a:xfrm>
            <a:off x="281160" y="2039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23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524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7" name="PlaceHolder 3"/>
          <p:cNvSpPr>
            <a:spLocks noGrp="1"/>
          </p:cNvSpPr>
          <p:nvPr>
            <p:ph type="ftr" idx="77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4"/>
          <p:cNvSpPr>
            <a:spLocks noGrp="1"/>
          </p:cNvSpPr>
          <p:nvPr>
            <p:ph type="dt" idx="78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PlaceHolder 5"/>
          <p:cNvSpPr>
            <a:spLocks noGrp="1"/>
          </p:cNvSpPr>
          <p:nvPr>
            <p:ph type="sldNum" idx="79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20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#1:</a:t>
            </a:r>
            <a:r>
              <a:rPr lang="en-US" sz="900" b="0" u="none" spc="79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Gather</a:t>
            </a:r>
            <a:r>
              <a:rPr lang="en-US" sz="900" b="0" u="none" spc="-6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 (cont.)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33" name="object 4"/>
          <p:cNvPicPr/>
          <p:nvPr/>
        </p:nvPicPr>
        <p:blipFill>
          <a:blip r:embed="rId1"/>
          <a:stretch/>
        </p:blipFill>
        <p:spPr>
          <a:xfrm>
            <a:off x="281160" y="13132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402840" y="1229760"/>
            <a:ext cx="4035600" cy="1000080"/>
          </a:xfrm>
          <a:prstGeom prst="rect">
            <a:avLst/>
          </a:prstGeom>
          <a:noFill/>
          <a:ln w="0">
            <a:noFill/>
          </a:ln>
        </p:spPr>
        <p:txBody>
          <a:bodyPr lIns="0" tIns="6840" rIns="0" bIns="0" anchor="t">
            <a:spAutoFit/>
          </a:bodyPr>
          <a:p>
            <a:pPr marL="12600" indent="0" algn="l">
              <a:lnSpc>
                <a:spcPct val="102000"/>
              </a:lnSpc>
              <a:spcBef>
                <a:spcPts val="54"/>
              </a:spcBef>
              <a:buNone/>
            </a:pP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If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chemeClr val="dk1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twice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cat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images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than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dog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images,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five times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panda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images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than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cat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 images,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our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will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become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naturally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FF0000"/>
                </a:solidFill>
                <a:effectLst/>
                <a:uFillTx/>
                <a:latin typeface="Tahoma"/>
              </a:rPr>
              <a:t>biased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overfitting</a:t>
            </a:r>
            <a:r>
              <a:rPr lang="en-US" sz="1100" b="0" u="none" spc="-1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into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these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heavily-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represented</a:t>
            </a:r>
            <a:r>
              <a:rPr lang="en-US" sz="1100" b="0" u="none" spc="5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categories.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Class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imbalance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common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problem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machine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learning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there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exist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4" strike="noStrike">
                <a:solidFill>
                  <a:schemeClr val="dk1"/>
                </a:solidFill>
                <a:effectLst/>
                <a:uFillTx/>
                <a:latin typeface="Tahoma"/>
              </a:rPr>
              <a:t>ways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overcome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35" name="object 6"/>
          <p:cNvPicPr/>
          <p:nvPr/>
        </p:nvPicPr>
        <p:blipFill>
          <a:blip r:embed="rId2"/>
          <a:stretch/>
        </p:blipFill>
        <p:spPr>
          <a:xfrm>
            <a:off x="281160" y="2039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6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537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0" name="PlaceHolder 3"/>
          <p:cNvSpPr>
            <a:spLocks noGrp="1"/>
          </p:cNvSpPr>
          <p:nvPr>
            <p:ph type="ftr" idx="80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 type="dt" idx="81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object 14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21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46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0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5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6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1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2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4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6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567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0" name="PlaceHolder 2"/>
          <p:cNvSpPr>
            <a:spLocks noGrp="1"/>
          </p:cNvSpPr>
          <p:nvPr>
            <p:ph type="ftr" idx="82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dt" idx="83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object 31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21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#2:</a:t>
            </a:r>
            <a:r>
              <a:rPr lang="en-US" sz="900" b="0" u="none" spc="1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Split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pc="1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76" name="object 4"/>
          <p:cNvPicPr/>
          <p:nvPr/>
        </p:nvPicPr>
        <p:blipFill>
          <a:blip r:embed="rId1"/>
          <a:stretch/>
        </p:blipFill>
        <p:spPr>
          <a:xfrm>
            <a:off x="281160" y="10976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object 5"/>
          <p:cNvSpPr/>
          <p:nvPr/>
        </p:nvSpPr>
        <p:spPr>
          <a:xfrm>
            <a:off x="402840" y="1014120"/>
            <a:ext cx="3796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Now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initial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dataset,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split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two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parts: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object 6"/>
          <p:cNvPicPr/>
          <p:nvPr/>
        </p:nvPicPr>
        <p:blipFill>
          <a:blip r:embed="rId2"/>
          <a:stretch/>
        </p:blipFill>
        <p:spPr>
          <a:xfrm>
            <a:off x="510120" y="1420920"/>
            <a:ext cx="113760" cy="11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object 7"/>
          <p:cNvSpPr/>
          <p:nvPr/>
        </p:nvSpPr>
        <p:spPr>
          <a:xfrm>
            <a:off x="534240" y="1407960"/>
            <a:ext cx="6552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60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object 8"/>
          <p:cNvSpPr/>
          <p:nvPr/>
        </p:nvSpPr>
        <p:spPr>
          <a:xfrm>
            <a:off x="680040" y="1375200"/>
            <a:ext cx="748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0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0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set </a:t>
            </a:r>
            <a:r>
              <a:rPr lang="en-US" sz="10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0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1" name="object 9"/>
          <p:cNvPicPr/>
          <p:nvPr/>
        </p:nvPicPr>
        <p:blipFill>
          <a:blip r:embed="rId3"/>
          <a:stretch/>
        </p:blipFill>
        <p:spPr>
          <a:xfrm>
            <a:off x="510120" y="1572840"/>
            <a:ext cx="113760" cy="11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object 10"/>
          <p:cNvSpPr/>
          <p:nvPr/>
        </p:nvSpPr>
        <p:spPr>
          <a:xfrm>
            <a:off x="534240" y="1559880"/>
            <a:ext cx="6552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600" b="0" u="none" spc="-51" strike="noStrike">
                <a:solidFill>
                  <a:srgbClr val="FFFFFF"/>
                </a:solidFill>
                <a:effectLst/>
                <a:uFillTx/>
                <a:latin typeface="Arial MT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3" name="object 11"/>
          <p:cNvPicPr/>
          <p:nvPr/>
        </p:nvPicPr>
        <p:blipFill>
          <a:blip r:embed="rId4"/>
          <a:stretch/>
        </p:blipFill>
        <p:spPr>
          <a:xfrm>
            <a:off x="281160" y="18086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object 12"/>
          <p:cNvSpPr/>
          <p:nvPr/>
        </p:nvSpPr>
        <p:spPr>
          <a:xfrm>
            <a:off x="402840" y="1725120"/>
            <a:ext cx="3989880" cy="91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by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“learn”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category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looks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like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by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making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predictions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correct itself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when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predictions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wrong.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After</a:t>
            </a:r>
            <a:r>
              <a:rPr lang="en-US" sz="1100" b="0" u="none" spc="-79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classifier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has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been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trained,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performing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5" name="object 13"/>
          <p:cNvPicPr/>
          <p:nvPr/>
        </p:nvPicPr>
        <p:blipFill>
          <a:blip r:embed="rId5"/>
          <a:stretch/>
        </p:blipFill>
        <p:spPr>
          <a:xfrm>
            <a:off x="281160" y="23626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6" name="object 1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587" name="object 1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object 1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object 1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0" name="PlaceHolder 2"/>
          <p:cNvSpPr>
            <a:spLocks noGrp="1"/>
          </p:cNvSpPr>
          <p:nvPr>
            <p:ph type="ftr" idx="84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object 1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10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11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12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dt" idx="85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PlaceHolder 4"/>
          <p:cNvSpPr>
            <a:spLocks noGrp="1"/>
          </p:cNvSpPr>
          <p:nvPr>
            <p:ph type="sldNum" idx="86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22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95400" y="59760"/>
            <a:ext cx="2655360" cy="2448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96" name="object 4"/>
          <p:cNvPicPr/>
          <p:nvPr/>
        </p:nvPicPr>
        <p:blipFill>
          <a:blip r:embed="rId1"/>
          <a:stretch/>
        </p:blipFill>
        <p:spPr>
          <a:xfrm>
            <a:off x="281160" y="6472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object 5"/>
          <p:cNvSpPr/>
          <p:nvPr/>
        </p:nvSpPr>
        <p:spPr>
          <a:xfrm>
            <a:off x="95400" y="306720"/>
            <a:ext cx="437976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Step #2:</a:t>
            </a:r>
            <a:r>
              <a:rPr lang="en-US" sz="900" b="0" u="none" spc="91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Split </a:t>
            </a:r>
            <a:r>
              <a:rPr lang="en-US" sz="9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dataset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rgbClr val="FFFFFF"/>
                </a:solidFill>
                <a:effectLst/>
                <a:uFillTx/>
                <a:latin typeface="Tahoma"/>
              </a:rPr>
              <a:t>(Precaution)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>
              <a:lnSpc>
                <a:spcPct val="102000"/>
              </a:lnSpc>
              <a:spcBef>
                <a:spcPts val="904"/>
              </a:spcBef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It’s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extremely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important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are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independent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each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other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overlap!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you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use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part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data,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classifier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has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unfair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advantage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since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has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already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seen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examples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before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“learned”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them.</a:t>
            </a:r>
            <a:r>
              <a:rPr lang="en-US" sz="1100" b="0" u="none" spc="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Instead,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you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must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keep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entirely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separate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use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only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your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8" name="object 6"/>
          <p:cNvPicPr/>
          <p:nvPr/>
        </p:nvPicPr>
        <p:blipFill>
          <a:blip r:embed="rId2"/>
          <a:stretch/>
        </p:blipFill>
        <p:spPr>
          <a:xfrm>
            <a:off x="662400" y="1853280"/>
            <a:ext cx="3279960" cy="100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9" name="object 7"/>
          <p:cNvSpPr/>
          <p:nvPr/>
        </p:nvSpPr>
        <p:spPr>
          <a:xfrm>
            <a:off x="672840" y="3064320"/>
            <a:ext cx="3262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1000" b="0" u="none" spc="-31" strike="noStrike">
                <a:solidFill>
                  <a:srgbClr val="3333B2"/>
                </a:solidFill>
                <a:effectLst/>
                <a:uFillTx/>
                <a:latin typeface="Tahoma"/>
              </a:rPr>
              <a:t>Figure:</a:t>
            </a:r>
            <a:r>
              <a:rPr lang="en-US" sz="1000" b="0" u="none" spc="-34" strike="noStrike">
                <a:solidFill>
                  <a:srgbClr val="3333B2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Examples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common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0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0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0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splits.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0" name="object 8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01" name="object 9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object 10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object 11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4" name="PlaceHolder 2"/>
          <p:cNvSpPr>
            <a:spLocks noGrp="1"/>
          </p:cNvSpPr>
          <p:nvPr>
            <p:ph type="ftr" idx="87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object 13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dt" idx="88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PlaceHolder 4"/>
          <p:cNvSpPr>
            <a:spLocks noGrp="1"/>
          </p:cNvSpPr>
          <p:nvPr>
            <p:ph type="sldNum" idx="89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23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 #2:</a:t>
            </a:r>
            <a:r>
              <a:rPr lang="en-US" sz="900" b="0" u="none" spc="9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Split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(cont.)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10" name="object 4"/>
          <p:cNvPicPr/>
          <p:nvPr/>
        </p:nvPicPr>
        <p:blipFill>
          <a:blip r:embed="rId1"/>
          <a:stretch/>
        </p:blipFill>
        <p:spPr>
          <a:xfrm>
            <a:off x="281160" y="13132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1" name="PlaceHolder 2"/>
          <p:cNvSpPr>
            <a:spLocks noGrp="1"/>
          </p:cNvSpPr>
          <p:nvPr>
            <p:ph/>
          </p:nvPr>
        </p:nvSpPr>
        <p:spPr>
          <a:xfrm>
            <a:off x="402840" y="1229760"/>
            <a:ext cx="4035600" cy="1000080"/>
          </a:xfrm>
          <a:prstGeom prst="rect">
            <a:avLst/>
          </a:prstGeom>
          <a:noFill/>
          <a:ln w="0">
            <a:noFill/>
          </a:ln>
        </p:spPr>
        <p:txBody>
          <a:bodyPr lIns="0" tIns="6840" rIns="0" bIns="0" anchor="t">
            <a:spAutoFit/>
          </a:bodyPr>
          <a:p>
            <a:pPr marL="12600" indent="0" algn="l">
              <a:lnSpc>
                <a:spcPct val="102000"/>
              </a:lnSpc>
              <a:spcBef>
                <a:spcPts val="54"/>
              </a:spcBef>
              <a:buNone/>
            </a:pP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splits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make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chemeClr val="dk1"/>
                </a:solidFill>
                <a:effectLst/>
                <a:uFillTx/>
                <a:latin typeface="Tahoma"/>
              </a:rPr>
              <a:t>sense,</a:t>
            </a:r>
            <a:r>
              <a:rPr lang="en-US" sz="1100" b="0" u="none" spc="-1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but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what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if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you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FF0000"/>
                </a:solidFill>
                <a:effectLst/>
                <a:uFillTx/>
                <a:latin typeface="Tahoma"/>
              </a:rPr>
              <a:t>parameters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to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tune?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Neural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networks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number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knobs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and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levers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(ex.,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learning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rate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,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FF0000"/>
                </a:solidFill>
                <a:effectLst/>
                <a:uFillTx/>
                <a:latin typeface="Tahoma"/>
              </a:rPr>
              <a:t>decay</a:t>
            </a:r>
            <a:r>
              <a:rPr lang="en-US" sz="1100" b="0" u="none" spc="-54" strike="noStrike">
                <a:solidFill>
                  <a:schemeClr val="dk1"/>
                </a:solidFill>
                <a:effectLst/>
                <a:uFillTx/>
                <a:latin typeface="Tahoma"/>
              </a:rPr>
              <a:t>,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regularization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,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etc.)</a:t>
            </a:r>
            <a:r>
              <a:rPr lang="en-US" sz="1100" b="0" u="none" spc="65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chemeClr val="dk1"/>
                </a:solidFill>
                <a:effectLst/>
                <a:uFillTx/>
                <a:latin typeface="Tahoma"/>
              </a:rPr>
              <a:t>need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tuned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and 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dialed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to 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obtain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optimal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performance.</a:t>
            </a:r>
            <a:r>
              <a:rPr lang="en-US" sz="1100" b="0" u="none" spc="7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We’ll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call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chemeClr val="dk1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types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1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parameters </a:t>
            </a:r>
            <a:r>
              <a:rPr lang="en-US" sz="1100" b="0" u="none" spc="-51" strike="noStrike">
                <a:solidFill>
                  <a:srgbClr val="FF0000"/>
                </a:solidFill>
                <a:effectLst/>
                <a:uFillTx/>
                <a:latin typeface="Tahoma"/>
              </a:rPr>
              <a:t>hyperparameters</a:t>
            </a:r>
            <a:r>
              <a:rPr lang="en-US" sz="1100" b="0" u="none" spc="-51" strike="noStrike">
                <a:solidFill>
                  <a:schemeClr val="dk1"/>
                </a:solidFill>
                <a:effectLst/>
                <a:uFillTx/>
                <a:latin typeface="Tahoma"/>
              </a:rPr>
              <a:t>,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it’s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critical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chemeClr val="dk1"/>
                </a:solidFill>
                <a:effectLst/>
                <a:uFillTx/>
                <a:latin typeface="Tahoma"/>
              </a:rPr>
              <a:t>they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get</a:t>
            </a:r>
            <a:r>
              <a:rPr lang="en-US" sz="1100" b="0" u="none" spc="-40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chemeClr val="dk1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34" strike="noStrike">
                <a:solidFill>
                  <a:schemeClr val="dk1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chemeClr val="dk1"/>
                </a:solidFill>
                <a:effectLst/>
                <a:uFillTx/>
                <a:latin typeface="Tahoma"/>
              </a:rPr>
              <a:t>properly.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12" name="object 6"/>
          <p:cNvPicPr/>
          <p:nvPr/>
        </p:nvPicPr>
        <p:blipFill>
          <a:blip r:embed="rId2"/>
          <a:stretch/>
        </p:blipFill>
        <p:spPr>
          <a:xfrm>
            <a:off x="281160" y="1695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13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14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6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7" name="PlaceHolder 3"/>
          <p:cNvSpPr>
            <a:spLocks noGrp="1"/>
          </p:cNvSpPr>
          <p:nvPr>
            <p:ph type="ftr" idx="90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 type="dt" idx="91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PlaceHolder 5"/>
          <p:cNvSpPr>
            <a:spLocks noGrp="1"/>
          </p:cNvSpPr>
          <p:nvPr>
            <p:ph type="sldNum" idx="92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 #2:</a:t>
            </a:r>
            <a:r>
              <a:rPr lang="en-US" sz="900" b="0" u="none" spc="9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Split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(cont.)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23" name="object 4"/>
          <p:cNvPicPr/>
          <p:nvPr/>
        </p:nvPicPr>
        <p:blipFill>
          <a:blip r:embed="rId1"/>
          <a:stretch/>
        </p:blipFill>
        <p:spPr>
          <a:xfrm>
            <a:off x="281160" y="13820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object 5"/>
          <p:cNvSpPr/>
          <p:nvPr/>
        </p:nvSpPr>
        <p:spPr>
          <a:xfrm>
            <a:off x="402840" y="1298520"/>
            <a:ext cx="4079520" cy="91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practice,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test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bunch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FF0000"/>
                </a:solidFill>
                <a:effectLst/>
                <a:uFillTx/>
                <a:latin typeface="Tahoma"/>
              </a:rPr>
              <a:t>hyperparameters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identify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parameters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works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You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might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tempted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FF0000"/>
                </a:solidFill>
                <a:effectLst/>
                <a:uFillTx/>
                <a:latin typeface="Tahoma"/>
              </a:rPr>
              <a:t>tweak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values, 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</a:t>
            </a:r>
            <a:r>
              <a:rPr lang="en-US" sz="1100" b="1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 again,</a:t>
            </a:r>
            <a:r>
              <a:rPr lang="en-US" sz="11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this</a:t>
            </a:r>
            <a:r>
              <a:rPr lang="en-US" sz="11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en-US" sz="11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1100" b="1" u="none" spc="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major</a:t>
            </a:r>
            <a:r>
              <a:rPr lang="en-US" sz="1100" b="1" u="none" spc="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40" strike="noStrike">
                <a:solidFill>
                  <a:srgbClr val="000000"/>
                </a:solidFill>
                <a:effectLst/>
                <a:uFillTx/>
                <a:latin typeface="Arial"/>
              </a:rPr>
              <a:t>no-</a:t>
            </a:r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no!</a:t>
            </a:r>
            <a:r>
              <a:rPr lang="en-US" sz="1100" b="1" u="none" spc="7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test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only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in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performance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5" name="object 6"/>
          <p:cNvPicPr/>
          <p:nvPr/>
        </p:nvPicPr>
        <p:blipFill>
          <a:blip r:embed="rId2"/>
          <a:stretch/>
        </p:blipFill>
        <p:spPr>
          <a:xfrm>
            <a:off x="281160" y="17640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26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27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0" name="PlaceHolder 2"/>
          <p:cNvSpPr>
            <a:spLocks noGrp="1"/>
          </p:cNvSpPr>
          <p:nvPr>
            <p:ph type="ftr" idx="93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dt" idx="94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sldNum" idx="95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25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 #2:</a:t>
            </a:r>
            <a:r>
              <a:rPr lang="en-US" sz="900" b="0" u="none" spc="9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Split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dataset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(cont.)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36" name="object 4"/>
          <p:cNvPicPr/>
          <p:nvPr/>
        </p:nvPicPr>
        <p:blipFill>
          <a:blip r:embed="rId1"/>
          <a:stretch/>
        </p:blipFill>
        <p:spPr>
          <a:xfrm>
            <a:off x="281160" y="969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object 5"/>
          <p:cNvSpPr/>
          <p:nvPr/>
        </p:nvSpPr>
        <p:spPr>
          <a:xfrm>
            <a:off x="402840" y="885600"/>
            <a:ext cx="4031280" cy="19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1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Validation</a:t>
            </a:r>
            <a:r>
              <a:rPr lang="en-US" sz="1100" b="1" u="none" spc="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set:</a:t>
            </a:r>
            <a:r>
              <a:rPr lang="en-US" sz="1100" b="1" u="none" spc="8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Instead,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you should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create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third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split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called the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validation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.</a:t>
            </a: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(normally)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comes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“fake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test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data”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so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tune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our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hyperparameters.</a:t>
            </a:r>
            <a:r>
              <a:rPr lang="en-US" sz="1100" b="0" u="none" spc="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Only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after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have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determined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hyperparameter values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using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validation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move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collecting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final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accuracy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results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-79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normally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allocate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roughly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FF0000"/>
                </a:solidFill>
                <a:effectLst/>
                <a:uFillTx/>
                <a:latin typeface="Tahoma"/>
              </a:rPr>
              <a:t>10-</a:t>
            </a:r>
            <a:r>
              <a:rPr lang="en-US" sz="1100" b="0" u="none" spc="-79" strike="noStrike">
                <a:solidFill>
                  <a:srgbClr val="FF0000"/>
                </a:solidFill>
                <a:effectLst/>
                <a:uFillTx/>
                <a:latin typeface="Tahoma"/>
              </a:rPr>
              <a:t>20%</a:t>
            </a:r>
            <a:r>
              <a:rPr lang="en-US" sz="1100" b="0" u="none" spc="-6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FF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for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validation.</a:t>
            </a:r>
            <a:r>
              <a:rPr lang="en-US" sz="1100" b="0" u="none" spc="65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If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splitting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your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chunks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sounds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complicated,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it’s actually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not.</a:t>
            </a:r>
            <a:r>
              <a:rPr lang="en-US" sz="1100" b="0" u="none" spc="79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we’ll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85" strike="noStrike">
                <a:solidFill>
                  <a:srgbClr val="000000"/>
                </a:solidFill>
                <a:effectLst/>
                <a:uFillTx/>
                <a:latin typeface="Tahoma"/>
              </a:rPr>
              <a:t>see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in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next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chapter,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it’s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quite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simple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accomplished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only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single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line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code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thanks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31" strike="noStrike">
                <a:solidFill>
                  <a:srgbClr val="FF0000"/>
                </a:solidFill>
                <a:effectLst/>
                <a:uFillTx/>
                <a:latin typeface="Tahoma"/>
              </a:rPr>
              <a:t>scikit-</a:t>
            </a:r>
            <a:r>
              <a:rPr lang="en-US" sz="1100" b="0" u="none" spc="-26" strike="noStrike">
                <a:solidFill>
                  <a:srgbClr val="FF0000"/>
                </a:solidFill>
                <a:effectLst/>
                <a:uFillTx/>
                <a:latin typeface="Tahoma"/>
              </a:rPr>
              <a:t>learn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library.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8" name="object 6"/>
          <p:cNvPicPr/>
          <p:nvPr/>
        </p:nvPicPr>
        <p:blipFill>
          <a:blip r:embed="rId2"/>
          <a:stretch/>
        </p:blipFill>
        <p:spPr>
          <a:xfrm>
            <a:off x="281160" y="2039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9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40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3" name="PlaceHolder 2"/>
          <p:cNvSpPr>
            <a:spLocks noGrp="1"/>
          </p:cNvSpPr>
          <p:nvPr>
            <p:ph type="ftr" idx="96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dt" idx="97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object 14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26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49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1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3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5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6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8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9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0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1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2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6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7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8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9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70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3" name="PlaceHolder 2"/>
          <p:cNvSpPr>
            <a:spLocks noGrp="1"/>
          </p:cNvSpPr>
          <p:nvPr>
            <p:ph type="ftr" idx="98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dt" idx="99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object 31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26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</a:t>
            </a:r>
            <a:r>
              <a:rPr lang="en-US" sz="9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3:</a:t>
            </a:r>
            <a:r>
              <a:rPr lang="en-US" sz="900" b="0" u="none" spc="54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Train</a:t>
            </a:r>
            <a:r>
              <a:rPr lang="en-US" sz="9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your</a:t>
            </a:r>
            <a:r>
              <a:rPr lang="en-US" sz="9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network.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79" name="object 4"/>
          <p:cNvPicPr/>
          <p:nvPr/>
        </p:nvPicPr>
        <p:blipFill>
          <a:blip r:embed="rId1"/>
          <a:stretch/>
        </p:blipFill>
        <p:spPr>
          <a:xfrm>
            <a:off x="281160" y="14659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0" name="object 5"/>
          <p:cNvSpPr/>
          <p:nvPr/>
        </p:nvSpPr>
        <p:spPr>
          <a:xfrm>
            <a:off x="402840" y="1382400"/>
            <a:ext cx="4014720" cy="7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Given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79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images,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now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train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network.</a:t>
            </a:r>
            <a:r>
              <a:rPr lang="en-US" sz="1100" b="0" u="none" spc="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goal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here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learn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how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recognize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the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categories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labeled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When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model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makes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mistake,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it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learns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mistake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improves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itself.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1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682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5" name="PlaceHolder 2"/>
          <p:cNvSpPr>
            <a:spLocks noGrp="1"/>
          </p:cNvSpPr>
          <p:nvPr>
            <p:ph type="ftr" idx="100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dt" idx="101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object 13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27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91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2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3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5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6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7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8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0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1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2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3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EAEAF7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4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5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6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9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11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12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5" name="PlaceHolder 2"/>
          <p:cNvSpPr>
            <a:spLocks noGrp="1"/>
          </p:cNvSpPr>
          <p:nvPr>
            <p:ph type="ftr" idx="102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dt" idx="103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object 31"/>
          <p:cNvSpPr/>
          <p:nvPr/>
        </p:nvSpPr>
        <p:spPr>
          <a:xfrm>
            <a:off x="4318560" y="3351960"/>
            <a:ext cx="280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trike="noStrike">
                <a:solidFill>
                  <a:srgbClr val="FFFFFF"/>
                </a:solidFill>
                <a:effectLst/>
                <a:uFillTx/>
                <a:latin typeface="Arial MT"/>
              </a:rPr>
              <a:t>27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FFFFFF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rgbClr val="FFFFFF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rgbClr val="FFFFFF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object 2"/>
          <p:cNvSpPr/>
          <p:nvPr/>
        </p:nvSpPr>
        <p:spPr>
          <a:xfrm>
            <a:off x="0" y="0"/>
            <a:ext cx="4608000" cy="50184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501840"/>
              <a:gd name="textAreaBottom" fmla="*/ 502200 h 501840"/>
            </a:gdLst>
            <a:ahLst/>
            <a:cxnLst/>
            <a:rect l="textAreaLeft" t="textAreaTop" r="textAreaRight" b="textAreaBottom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5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485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5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classification</a:t>
            </a:r>
            <a:r>
              <a:rPr lang="en-US" sz="1400" b="0" u="none" spc="-51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600" indent="0" algn="l">
              <a:lnSpc>
                <a:spcPct val="100000"/>
              </a:lnSpc>
              <a:spcBef>
                <a:spcPts val="224"/>
              </a:spcBef>
              <a:buNone/>
            </a:pP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Step</a:t>
            </a:r>
            <a:r>
              <a:rPr lang="en-US" sz="900" b="0" u="none" spc="-4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trike="noStrike">
                <a:solidFill>
                  <a:schemeClr val="lt1"/>
                </a:solidFill>
                <a:effectLst/>
                <a:uFillTx/>
                <a:latin typeface="Tahoma"/>
              </a:rPr>
              <a:t>4:</a:t>
            </a:r>
            <a:r>
              <a:rPr lang="en-US" sz="900" b="0" u="none" spc="45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900" b="0" u="none" spc="-11" strike="noStrike">
                <a:solidFill>
                  <a:schemeClr val="lt1"/>
                </a:solidFill>
                <a:effectLst/>
                <a:uFillTx/>
                <a:latin typeface="Tahoma"/>
              </a:rPr>
              <a:t>Evaluate.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21" name="object 4"/>
          <p:cNvPicPr/>
          <p:nvPr/>
        </p:nvPicPr>
        <p:blipFill>
          <a:blip r:embed="rId1"/>
          <a:stretch/>
        </p:blipFill>
        <p:spPr>
          <a:xfrm>
            <a:off x="281160" y="10378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object 5"/>
          <p:cNvSpPr/>
          <p:nvPr/>
        </p:nvSpPr>
        <p:spPr>
          <a:xfrm>
            <a:off x="402840" y="954360"/>
            <a:ext cx="4079520" cy="17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Last,</a:t>
            </a:r>
            <a:r>
              <a:rPr lang="en-US" sz="1100" b="0" u="none" spc="-79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9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need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8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evaluate our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trained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network.</a:t>
            </a:r>
            <a:r>
              <a:rPr lang="en-US" sz="1100" b="0" u="none" spc="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each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images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testing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set,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present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them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ask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to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thinks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label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image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tabulate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predictions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model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Finally,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these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model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predictions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are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compared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FF0000"/>
                </a:solidFill>
                <a:effectLst/>
                <a:uFillTx/>
                <a:latin typeface="Tahoma"/>
              </a:rPr>
              <a:t>ground-</a:t>
            </a:r>
            <a:r>
              <a:rPr lang="en-US" sz="1100" b="0" u="none" spc="-11" strike="noStrike">
                <a:solidFill>
                  <a:srgbClr val="FF0000"/>
                </a:solidFill>
                <a:effectLst/>
                <a:uFillTx/>
                <a:latin typeface="Tahoma"/>
              </a:rPr>
              <a:t>truth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labels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testing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set.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ground-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truth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labels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represent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what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category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actually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is.</a:t>
            </a:r>
            <a:r>
              <a:rPr lang="en-US" sz="1100" b="0" u="none" spc="7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there,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number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predictions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got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correct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compute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aggregate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reports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such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precision,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recall,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f-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measure,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which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are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quantify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performance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whole.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3" name="object 6"/>
          <p:cNvPicPr/>
          <p:nvPr/>
        </p:nvPicPr>
        <p:blipFill>
          <a:blip r:embed="rId2"/>
          <a:stretch/>
        </p:blipFill>
        <p:spPr>
          <a:xfrm>
            <a:off x="281160" y="17640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24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25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8" name="PlaceHolder 2"/>
          <p:cNvSpPr>
            <a:spLocks noGrp="1"/>
          </p:cNvSpPr>
          <p:nvPr>
            <p:ph type="ftr" idx="104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dt" idx="105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PlaceHolder 4"/>
          <p:cNvSpPr>
            <a:spLocks noGrp="1"/>
          </p:cNvSpPr>
          <p:nvPr>
            <p:ph type="sldNum" idx="106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28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Contents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34" name="object 4"/>
          <p:cNvPicPr/>
          <p:nvPr/>
        </p:nvPicPr>
        <p:blipFill>
          <a:blip r:embed="rId1"/>
          <a:stretch/>
        </p:blipFill>
        <p:spPr>
          <a:xfrm>
            <a:off x="89280" y="5875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object 5"/>
          <p:cNvSpPr/>
          <p:nvPr/>
        </p:nvSpPr>
        <p:spPr>
          <a:xfrm>
            <a:off x="129600" y="559440"/>
            <a:ext cx="7185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1</a:t>
            </a:r>
            <a:r>
              <a:rPr lang="en-US" sz="1200" b="0" u="none" spc="306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2" action="ppaction://hlinksldjump"/>
              </a:rPr>
              <a:t>Overview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6" name="object 6"/>
          <p:cNvPicPr/>
          <p:nvPr/>
        </p:nvPicPr>
        <p:blipFill>
          <a:blip r:embed="rId3"/>
          <a:stretch/>
        </p:blipFill>
        <p:spPr>
          <a:xfrm>
            <a:off x="89280" y="8712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object 7"/>
          <p:cNvSpPr/>
          <p:nvPr/>
        </p:nvSpPr>
        <p:spPr>
          <a:xfrm>
            <a:off x="129600" y="87084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8" name="object 8"/>
          <p:cNvPicPr/>
          <p:nvPr/>
        </p:nvPicPr>
        <p:blipFill>
          <a:blip r:embed="rId4"/>
          <a:stretch/>
        </p:blipFill>
        <p:spPr>
          <a:xfrm>
            <a:off x="319680" y="10951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9" name="object 9"/>
          <p:cNvSpPr/>
          <p:nvPr/>
        </p:nvSpPr>
        <p:spPr>
          <a:xfrm>
            <a:off x="295200" y="843120"/>
            <a:ext cx="1171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51200" indent="-138960">
              <a:lnSpc>
                <a:spcPct val="102000"/>
              </a:lnSpc>
              <a:spcBef>
                <a:spcPts val="54"/>
              </a:spcBef>
              <a:tabLst>
                <a:tab pos="0" algn="l"/>
              </a:tabLst>
            </a:pP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" action="ppaction://hlinksldjump"/>
              </a:rPr>
              <a:t>Image</a:t>
            </a:r>
            <a:r>
              <a:rPr lang="en-US" sz="1100" b="0" u="sng" spc="14" strike="noStrike">
                <a:solidFill>
                  <a:srgbClr val="0000FF"/>
                </a:solidFill>
                <a:effectLst/>
                <a:uFillTx/>
                <a:latin typeface="Tahoma"/>
                <a:hlinkClick r:id="rId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7" action="ppaction://hlinksldjump"/>
              </a:rPr>
              <a:t>Classification</a:t>
            </a:r>
            <a:r>
              <a:rPr lang="en-US" sz="1100" b="0" u="none" spc="-31" strike="noStrike">
                <a:solidFill>
                  <a:srgbClr val="D6D6EF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8" action="ppaction://hlinksldjump"/>
              </a:rPr>
              <a:t>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0" name="object 10"/>
          <p:cNvPicPr/>
          <p:nvPr/>
        </p:nvPicPr>
        <p:blipFill>
          <a:blip r:embed="rId9"/>
          <a:stretch/>
        </p:blipFill>
        <p:spPr>
          <a:xfrm>
            <a:off x="89280" y="132732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object 11"/>
          <p:cNvSpPr/>
          <p:nvPr/>
        </p:nvSpPr>
        <p:spPr>
          <a:xfrm>
            <a:off x="129600" y="132660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object 12"/>
          <p:cNvSpPr/>
          <p:nvPr/>
        </p:nvSpPr>
        <p:spPr>
          <a:xfrm>
            <a:off x="295200" y="1298880"/>
            <a:ext cx="6354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10" action="ppaction://hlinksldjump"/>
              </a:rPr>
              <a:t>Challenges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3" name="object 13"/>
          <p:cNvPicPr/>
          <p:nvPr/>
        </p:nvPicPr>
        <p:blipFill>
          <a:blip r:embed="rId11"/>
          <a:stretch/>
        </p:blipFill>
        <p:spPr>
          <a:xfrm>
            <a:off x="89280" y="161100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object 14"/>
          <p:cNvSpPr/>
          <p:nvPr/>
        </p:nvSpPr>
        <p:spPr>
          <a:xfrm>
            <a:off x="129600" y="1582920"/>
            <a:ext cx="224244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200" b="0" u="none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4</a:t>
            </a:r>
            <a:r>
              <a:rPr lang="en-US" sz="1200" b="0" u="none" spc="283" strike="noStrike" baseline="6000">
                <a:solidFill>
                  <a:srgbClr val="FAFAFD"/>
                </a:solidFill>
                <a:effectLst/>
                <a:uFillTx/>
                <a:latin typeface="Arial MT"/>
              </a:rPr>
              <a:t> 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2" action="ppaction://hlinksldjump"/>
              </a:rPr>
              <a:t>Deep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3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14" action="ppaction://hlinksldjump"/>
              </a:rPr>
              <a:t>learning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15" action="ppaction://hlinksldjump"/>
              </a:rPr>
              <a:t> </a:t>
            </a:r>
            <a:r>
              <a:rPr lang="en-US" sz="1100" b="0" u="sng" spc="-26" strike="noStrike">
                <a:solidFill>
                  <a:srgbClr val="0000FF"/>
                </a:solidFill>
                <a:effectLst/>
                <a:uFillTx/>
                <a:latin typeface="Tahoma"/>
                <a:hlinkClick r:id="rId16" action="ppaction://hlinksldjump"/>
              </a:rPr>
              <a:t>classification</a:t>
            </a:r>
            <a:r>
              <a:rPr lang="en-US" sz="1100" b="0" u="sng" spc="-6" strike="noStrike">
                <a:solidFill>
                  <a:srgbClr val="0000FF"/>
                </a:solidFill>
                <a:effectLst/>
                <a:uFillTx/>
                <a:latin typeface="Tahoma"/>
                <a:hlinkClick r:id="rId17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18" action="ppaction://hlinksldjump"/>
              </a:rPr>
              <a:t>pipeline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5" name="object 15"/>
          <p:cNvPicPr/>
          <p:nvPr/>
        </p:nvPicPr>
        <p:blipFill>
          <a:blip r:embed="rId19"/>
          <a:stretch/>
        </p:blipFill>
        <p:spPr>
          <a:xfrm>
            <a:off x="89280" y="1894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6" name="object 16"/>
          <p:cNvSpPr/>
          <p:nvPr/>
        </p:nvSpPr>
        <p:spPr>
          <a:xfrm>
            <a:off x="129600" y="1893960"/>
            <a:ext cx="7884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240" rIns="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en-US" sz="800" b="0" u="none" spc="-51" strike="noStrike">
                <a:solidFill>
                  <a:srgbClr val="FAFAFD"/>
                </a:solidFill>
                <a:effectLst/>
                <a:uFillTx/>
                <a:latin typeface="Arial MT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7" name="object 17"/>
          <p:cNvPicPr/>
          <p:nvPr/>
        </p:nvPicPr>
        <p:blipFill>
          <a:blip r:embed="rId20"/>
          <a:stretch/>
        </p:blipFill>
        <p:spPr>
          <a:xfrm>
            <a:off x="319680" y="211824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object 18"/>
          <p:cNvPicPr/>
          <p:nvPr/>
        </p:nvPicPr>
        <p:blipFill>
          <a:blip r:embed="rId21"/>
          <a:stretch/>
        </p:blipFill>
        <p:spPr>
          <a:xfrm>
            <a:off x="319680" y="2290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9" name="object 19"/>
          <p:cNvPicPr/>
          <p:nvPr/>
        </p:nvPicPr>
        <p:blipFill>
          <a:blip r:embed="rId22"/>
          <a:stretch/>
        </p:blipFill>
        <p:spPr>
          <a:xfrm>
            <a:off x="319680" y="2462400"/>
            <a:ext cx="64800" cy="6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0" name="object 20"/>
          <p:cNvPicPr/>
          <p:nvPr/>
        </p:nvPicPr>
        <p:blipFill>
          <a:blip r:embed="rId23"/>
          <a:stretch/>
        </p:blipFill>
        <p:spPr>
          <a:xfrm>
            <a:off x="319680" y="26344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1" name="object 21"/>
          <p:cNvSpPr/>
          <p:nvPr/>
        </p:nvSpPr>
        <p:spPr>
          <a:xfrm>
            <a:off x="295200" y="1866600"/>
            <a:ext cx="1838520" cy="8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</a:pP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24" action="ppaction://hlinksldjump"/>
              </a:rPr>
              <a:t>The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25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26" action="ppaction://hlinksldjump"/>
              </a:rPr>
              <a:t>four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27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8" action="ppaction://hlinksldjump"/>
              </a:rPr>
              <a:t>steps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0">
              <a:lnSpc>
                <a:spcPct val="102000"/>
              </a:lnSpc>
            </a:pP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29" action="ppaction://hlinksldjump"/>
              </a:rPr>
              <a:t>Step</a:t>
            </a:r>
            <a:r>
              <a:rPr lang="en-US" sz="1100" b="0" u="sng" spc="-71" strike="noStrike">
                <a:solidFill>
                  <a:srgbClr val="0000FF"/>
                </a:solidFill>
                <a:effectLst/>
                <a:uFillTx/>
                <a:latin typeface="Tahoma"/>
                <a:hlinkClick r:id="rId30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31" action="ppaction://hlinksldjump"/>
              </a:rPr>
              <a:t>1:</a:t>
            </a:r>
            <a:r>
              <a:rPr lang="en-US" sz="1100" b="0" u="sng" spc="31" strike="noStrike">
                <a:solidFill>
                  <a:srgbClr val="0000FF"/>
                </a:solidFill>
                <a:effectLst/>
                <a:uFillTx/>
                <a:latin typeface="Tahoma"/>
                <a:hlinkClick r:id="rId32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3" action="ppaction://hlinksldjump"/>
              </a:rPr>
              <a:t>Gather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4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35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6" action="ppaction://hlinksldjump"/>
              </a:rPr>
              <a:t> </a:t>
            </a:r>
            <a:r>
              <a:rPr lang="en-US" sz="1100" b="0" u="sng" spc="-31" strike="noStrike">
                <a:solidFill>
                  <a:srgbClr val="0000FF"/>
                </a:solidFill>
                <a:effectLst/>
                <a:uFillTx/>
                <a:latin typeface="Tahoma"/>
                <a:hlinkClick r:id="rId37" action="ppaction://hlinksldjump"/>
              </a:rPr>
              <a:t>Dataset</a:t>
            </a:r>
            <a:r>
              <a:rPr lang="en-US" sz="1100" b="0" u="none" spc="-3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38" action="ppaction://hlinksldjump"/>
              </a:rPr>
              <a:t>Step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39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0" action="ppaction://hlinksldjump"/>
              </a:rPr>
              <a:t>2:</a:t>
            </a:r>
            <a:r>
              <a:rPr lang="en-US" sz="1100" b="0" u="sng" spc="40" strike="noStrike">
                <a:solidFill>
                  <a:srgbClr val="0000FF"/>
                </a:solidFill>
                <a:effectLst/>
                <a:uFillTx/>
                <a:latin typeface="Tahoma"/>
                <a:hlinkClick r:id="rId41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2" action="ppaction://hlinksldjump"/>
              </a:rPr>
              <a:t>Split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3" action="ppaction://hlinksldjump"/>
              </a:rPr>
              <a:t> 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44" action="ppaction://hlinksldjump"/>
              </a:rPr>
              <a:t>Your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45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6" action="ppaction://hlinksldjump"/>
              </a:rPr>
              <a:t>Dataset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47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48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49" action="ppaction://hlinksldjump"/>
              </a:rPr>
              <a:t>3:</a:t>
            </a:r>
            <a:r>
              <a:rPr lang="en-US" sz="1100" b="0" u="sng" spc="34" strike="noStrike">
                <a:solidFill>
                  <a:srgbClr val="0000FF"/>
                </a:solidFill>
                <a:effectLst/>
                <a:uFillTx/>
                <a:latin typeface="Tahoma"/>
                <a:hlinkClick r:id="rId50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1" action="ppaction://hlinksldjump"/>
              </a:rPr>
              <a:t>Train</a:t>
            </a:r>
            <a:r>
              <a:rPr lang="en-US" sz="1100" b="0" u="sng" spc="-60" strike="noStrike">
                <a:solidFill>
                  <a:srgbClr val="0000FF"/>
                </a:solidFill>
                <a:effectLst/>
                <a:uFillTx/>
                <a:latin typeface="Tahoma"/>
                <a:hlinkClick r:id="rId52" action="ppaction://hlinksldjump"/>
              </a:rPr>
              <a:t> 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53" action="ppaction://hlinksldjump"/>
              </a:rPr>
              <a:t>your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54" action="ppaction://hlinksldjump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5" action="ppaction://hlinksldjump"/>
              </a:rPr>
              <a:t>Network</a:t>
            </a:r>
            <a:r>
              <a:rPr lang="en-US" sz="1100" b="0" u="none" spc="-11" strike="noStrike">
                <a:solidFill>
                  <a:srgbClr val="CCCCCC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6" action="ppaction://hlinksldjump"/>
              </a:rPr>
              <a:t>Step</a:t>
            </a:r>
            <a:r>
              <a:rPr lang="en-US" sz="1100" b="0" u="sng" spc="-79" strike="noStrike">
                <a:solidFill>
                  <a:srgbClr val="0000FF"/>
                </a:solidFill>
                <a:effectLst/>
                <a:uFillTx/>
                <a:latin typeface="Tahoma"/>
                <a:hlinkClick r:id="rId57" action="ppaction://hlinksldjump"/>
              </a:rPr>
              <a:t> </a:t>
            </a:r>
            <a:r>
              <a:rPr lang="en-US" sz="1100" b="0" u="sng" strike="noStrike">
                <a:solidFill>
                  <a:srgbClr val="0000FF"/>
                </a:solidFill>
                <a:effectLst/>
                <a:uFillTx/>
                <a:latin typeface="Tahoma"/>
                <a:hlinkClick r:id="rId58" action="ppaction://hlinksldjump"/>
              </a:rPr>
              <a:t>4: </a:t>
            </a:r>
            <a:r>
              <a:rPr lang="en-US" sz="1100" b="0" u="sng" spc="-11" strike="noStrike">
                <a:solidFill>
                  <a:srgbClr val="0000FF"/>
                </a:solidFill>
                <a:effectLst/>
                <a:uFillTx/>
                <a:latin typeface="Tahoma"/>
                <a:hlinkClick r:id="rId59" action="ppaction://hlinksldjump"/>
              </a:rPr>
              <a:t>Evaluate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2" name="object 22"/>
          <p:cNvPicPr/>
          <p:nvPr/>
        </p:nvPicPr>
        <p:blipFill>
          <a:blip r:embed="rId60"/>
          <a:stretch/>
        </p:blipFill>
        <p:spPr>
          <a:xfrm>
            <a:off x="89280" y="2866680"/>
            <a:ext cx="159840" cy="15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3" name="object 23"/>
          <p:cNvSpPr/>
          <p:nvPr/>
        </p:nvSpPr>
        <p:spPr>
          <a:xfrm>
            <a:off x="129600" y="2838600"/>
            <a:ext cx="285516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1520" rIns="0" bIns="0" anchor="t">
            <a:spAutoFit/>
          </a:bodyPr>
          <a:p>
            <a:pPr marL="12600">
              <a:lnSpc>
                <a:spcPct val="100000"/>
              </a:lnSpc>
              <a:spcBef>
                <a:spcPts val="91"/>
              </a:spcBef>
              <a:tabLst>
                <a:tab pos="224280" algn="l"/>
              </a:tabLst>
            </a:pPr>
            <a:r>
              <a:rPr lang="en-US" sz="1200" b="0" u="none" spc="-74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6</a:t>
            </a:r>
            <a:r>
              <a:rPr lang="en-US" sz="1200" b="0" u="none" strike="noStrike" baseline="6000">
                <a:solidFill>
                  <a:srgbClr val="EAEAF7"/>
                </a:solidFill>
                <a:effectLst/>
                <a:uFillTx/>
                <a:latin typeface="Arial MT"/>
              </a:rPr>
              <a:t>	</a:t>
            </a:r>
            <a:r>
              <a:rPr lang="en-US" sz="1100" b="0" u="sng" spc="-51" strike="noStrike">
                <a:solidFill>
                  <a:srgbClr val="0000FF"/>
                </a:solidFill>
                <a:effectLst/>
                <a:uFillTx/>
                <a:latin typeface="Tahoma"/>
                <a:hlinkClick r:id="rId61" action="ppaction://hlinksldjump"/>
              </a:rPr>
              <a:t>Feature-</a:t>
            </a:r>
            <a:r>
              <a:rPr lang="en-US" sz="1100" b="0" u="sng" spc="-45" strike="noStrike">
                <a:solidFill>
                  <a:srgbClr val="0000FF"/>
                </a:solidFill>
                <a:effectLst/>
                <a:uFillTx/>
                <a:latin typeface="Tahoma"/>
                <a:hlinkClick r:id="rId62" action="ppaction://hlinksldjump"/>
              </a:rPr>
              <a:t>based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3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64" action="ppaction://hlinksldjump"/>
              </a:rPr>
              <a:t>Learning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5" action="ppaction://hlinksldjump"/>
              </a:rPr>
              <a:t> </a:t>
            </a:r>
            <a:r>
              <a:rPr lang="en-US" sz="1100" b="0" u="sng" spc="-54" strike="noStrike">
                <a:solidFill>
                  <a:srgbClr val="0000FF"/>
                </a:solidFill>
                <a:effectLst/>
                <a:uFillTx/>
                <a:latin typeface="Tahoma"/>
                <a:hlinkClick r:id="rId66" action="ppaction://hlinksldjump"/>
              </a:rPr>
              <a:t>versus</a:t>
            </a:r>
            <a:r>
              <a:rPr lang="en-US" sz="1100" b="0" u="sng" spc="-20" strike="noStrike">
                <a:solidFill>
                  <a:srgbClr val="0000FF"/>
                </a:solidFill>
                <a:effectLst/>
                <a:uFillTx/>
                <a:latin typeface="Tahoma"/>
                <a:hlinkClick r:id="rId67" action="ppaction://hlinksldjump"/>
              </a:rPr>
              <a:t> </a:t>
            </a:r>
            <a:r>
              <a:rPr lang="en-US" sz="1100" b="0" u="sng" spc="-40" strike="noStrike">
                <a:solidFill>
                  <a:srgbClr val="0000FF"/>
                </a:solidFill>
                <a:effectLst/>
                <a:uFillTx/>
                <a:latin typeface="Tahoma"/>
                <a:hlinkClick r:id="rId68" action="ppaction://hlinksldjump"/>
              </a:rPr>
              <a:t>Deep</a:t>
            </a:r>
            <a:r>
              <a:rPr lang="en-US" sz="1100" b="0" u="sng" spc="-14" strike="noStrike">
                <a:solidFill>
                  <a:srgbClr val="0000FF"/>
                </a:solidFill>
                <a:effectLst/>
                <a:uFillTx/>
                <a:latin typeface="Tahoma"/>
                <a:hlinkClick r:id="rId69" action="ppaction://hlinksldjump"/>
              </a:rPr>
              <a:t> </a:t>
            </a:r>
            <a:r>
              <a:rPr lang="en-US" sz="1100" b="0" u="sng" spc="-34" strike="noStrike">
                <a:solidFill>
                  <a:srgbClr val="0000FF"/>
                </a:solidFill>
                <a:effectLst/>
                <a:uFillTx/>
                <a:latin typeface="Tahoma"/>
                <a:hlinkClick r:id="rId70" action="ppaction://hlinksldjump"/>
              </a:rPr>
              <a:t>Learning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54" name="object 24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55" name="object 25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object 26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object 27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8" name="PlaceHolder 2"/>
          <p:cNvSpPr>
            <a:spLocks noGrp="1"/>
          </p:cNvSpPr>
          <p:nvPr>
            <p:ph type="ftr" idx="107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object 29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1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2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3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7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5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6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77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dt" idx="108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PlaceHolder 4"/>
          <p:cNvSpPr>
            <a:spLocks noGrp="1"/>
          </p:cNvSpPr>
          <p:nvPr>
            <p:ph type="sldNum" idx="109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29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7164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60" strike="noStrike">
                <a:solidFill>
                  <a:schemeClr val="lt1"/>
                </a:solidFill>
                <a:effectLst/>
                <a:uFillTx/>
                <a:latin typeface="Tahoma"/>
              </a:rPr>
              <a:t>Feature-</a:t>
            </a:r>
            <a:r>
              <a:rPr lang="en-US" sz="1400" b="0" u="none" spc="-65" strike="noStrike">
                <a:solidFill>
                  <a:schemeClr val="lt1"/>
                </a:solidFill>
                <a:effectLst/>
                <a:uFillTx/>
                <a:latin typeface="Tahoma"/>
              </a:rPr>
              <a:t>based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0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65" strike="noStrike">
                <a:solidFill>
                  <a:schemeClr val="lt1"/>
                </a:solidFill>
                <a:effectLst/>
                <a:uFillTx/>
                <a:latin typeface="Tahoma"/>
              </a:rPr>
              <a:t>versus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14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64" name="object 4"/>
          <p:cNvPicPr/>
          <p:nvPr/>
        </p:nvPicPr>
        <p:blipFill>
          <a:blip r:embed="rId1"/>
          <a:stretch/>
        </p:blipFill>
        <p:spPr>
          <a:xfrm>
            <a:off x="281160" y="74016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5" name="object 5"/>
          <p:cNvSpPr/>
          <p:nvPr/>
        </p:nvSpPr>
        <p:spPr>
          <a:xfrm>
            <a:off x="402840" y="656640"/>
            <a:ext cx="4048560" cy="22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In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traditional,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feature-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based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approach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classification,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there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actually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step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inserted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between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 Step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#2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Step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#3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–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this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step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FF0000"/>
                </a:solidFill>
                <a:effectLst/>
                <a:uFillTx/>
                <a:latin typeface="Tahoma"/>
              </a:rPr>
              <a:t>feature</a:t>
            </a:r>
            <a:r>
              <a:rPr lang="en-US" sz="1100" b="0" u="none" spc="-40" strike="noStrike">
                <a:solidFill>
                  <a:srgbClr val="FF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FF0000"/>
                </a:solidFill>
                <a:effectLst/>
                <a:uFillTx/>
                <a:latin typeface="Tahoma"/>
              </a:rPr>
              <a:t>extraction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During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phase,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apply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hand-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engineered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algorithms</a:t>
            </a:r>
            <a:r>
              <a:rPr lang="en-US" sz="11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such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as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HOG</a:t>
            </a:r>
            <a:r>
              <a:rPr lang="en-US" sz="1100" b="0" u="none" spc="-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[32],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LBPs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[21],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 etc.</a:t>
            </a:r>
            <a:r>
              <a:rPr lang="en-US" sz="1100" b="0" u="none" spc="113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quantify the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contents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based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on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particular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component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want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encode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(i.e.,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shape,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color,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texture).</a:t>
            </a:r>
            <a:r>
              <a:rPr lang="en-US" sz="1100" b="0" u="none" spc="7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Given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these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features,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proceed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train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our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classifier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evaluate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  <a:spcBef>
                <a:spcPts val="300"/>
              </a:spcBef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When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building Convolutional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Neural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Networks,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6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1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actually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skip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feature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extraction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step.</a:t>
            </a:r>
            <a:r>
              <a:rPr lang="en-US" sz="1100" b="0" u="none" spc="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reason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for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because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CNNs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are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end-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to-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end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models.</a:t>
            </a:r>
            <a:r>
              <a:rPr lang="en-US" sz="1100" b="0" u="none" spc="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present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raw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input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data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(pixels)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learns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filters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inside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its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hidden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layers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that can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used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discriminate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amongst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object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classes.</a:t>
            </a:r>
            <a:r>
              <a:rPr lang="en-US" sz="1100" b="0" u="none" spc="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output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of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then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probability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distribution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over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class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labels.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6" name="object 6"/>
          <p:cNvPicPr/>
          <p:nvPr/>
        </p:nvPicPr>
        <p:blipFill>
          <a:blip r:embed="rId2"/>
          <a:stretch/>
        </p:blipFill>
        <p:spPr>
          <a:xfrm>
            <a:off x="281160" y="1982880"/>
            <a:ext cx="64800" cy="64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7" name="object 7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68" name="object 8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object 9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object 10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71" name="PlaceHolder 2"/>
          <p:cNvSpPr>
            <a:spLocks noGrp="1"/>
          </p:cNvSpPr>
          <p:nvPr>
            <p:ph type="ftr" idx="110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object 12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9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dt" idx="111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PlaceHolder 4"/>
          <p:cNvSpPr>
            <a:spLocks noGrp="1"/>
          </p:cNvSpPr>
          <p:nvPr>
            <p:ph type="sldNum" idx="112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30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7164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60" strike="noStrike">
                <a:solidFill>
                  <a:schemeClr val="lt1"/>
                </a:solidFill>
                <a:effectLst/>
                <a:uFillTx/>
                <a:latin typeface="Tahoma"/>
              </a:rPr>
              <a:t>Feature-</a:t>
            </a:r>
            <a:r>
              <a:rPr lang="en-US" sz="1400" b="0" u="none" spc="-65" strike="noStrike">
                <a:solidFill>
                  <a:schemeClr val="lt1"/>
                </a:solidFill>
                <a:effectLst/>
                <a:uFillTx/>
                <a:latin typeface="Tahoma"/>
              </a:rPr>
              <a:t>based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40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65" strike="noStrike">
                <a:solidFill>
                  <a:schemeClr val="lt1"/>
                </a:solidFill>
                <a:effectLst/>
                <a:uFillTx/>
                <a:latin typeface="Tahoma"/>
              </a:rPr>
              <a:t>versus</a:t>
            </a:r>
            <a:r>
              <a:rPr lang="en-US" sz="1400" b="0" u="none" spc="-20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Deep</a:t>
            </a:r>
            <a:r>
              <a:rPr lang="en-US" sz="1400" b="0" u="none" spc="-14" strike="noStrike">
                <a:solidFill>
                  <a:schemeClr val="lt1"/>
                </a:solidFill>
                <a:effectLst/>
                <a:uFillTx/>
                <a:latin typeface="Tahoma"/>
              </a:rPr>
              <a:t> </a:t>
            </a:r>
            <a:r>
              <a:rPr lang="en-US" sz="1400" b="0" u="none" spc="-31" strike="noStrike">
                <a:solidFill>
                  <a:schemeClr val="lt1"/>
                </a:solidFill>
                <a:effectLst/>
                <a:uFillTx/>
                <a:latin typeface="Tahoma"/>
              </a:rPr>
              <a:t>Learning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77" name="object 4"/>
          <p:cNvPicPr/>
          <p:nvPr/>
        </p:nvPicPr>
        <p:blipFill>
          <a:blip r:embed="rId1"/>
          <a:stretch/>
        </p:blipFill>
        <p:spPr>
          <a:xfrm>
            <a:off x="281160" y="12373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8" name="object 5"/>
          <p:cNvSpPr/>
          <p:nvPr/>
        </p:nvSpPr>
        <p:spPr>
          <a:xfrm>
            <a:off x="402840" y="1153800"/>
            <a:ext cx="4077720" cy="10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 algn="just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One</a:t>
            </a:r>
            <a:r>
              <a:rPr lang="en-US" sz="1100" b="0" u="none" spc="-79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exciting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aspects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using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CNNs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that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longer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need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fuss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over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hand-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engineered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features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–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we</a:t>
            </a:r>
            <a:r>
              <a:rPr lang="en-US" sz="1100" b="0" u="none" spc="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let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our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network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learn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features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instead.</a:t>
            </a:r>
            <a:r>
              <a:rPr lang="en-US" sz="1100" b="0" u="none" spc="6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However,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this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tradeoff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does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come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at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cost.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2000"/>
              </a:lnSpc>
            </a:pP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Training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CNNs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can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non-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trivial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process,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so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be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71" strike="noStrike">
                <a:solidFill>
                  <a:srgbClr val="000000"/>
                </a:solidFill>
                <a:effectLst/>
                <a:uFillTx/>
                <a:latin typeface="Tahoma"/>
              </a:rPr>
              <a:t>prepared</a:t>
            </a:r>
            <a:r>
              <a:rPr lang="en-US" sz="1100" b="0" u="none" spc="-1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spend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considerable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time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familiarizing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yourself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with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experience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and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running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many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experiments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determine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what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does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and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65" strike="noStrike">
                <a:solidFill>
                  <a:srgbClr val="000000"/>
                </a:solidFill>
                <a:effectLst/>
                <a:uFillTx/>
                <a:latin typeface="Tahoma"/>
              </a:rPr>
              <a:t>does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not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work.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9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80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3" name="PlaceHolder 2"/>
          <p:cNvSpPr>
            <a:spLocks noGrp="1"/>
          </p:cNvSpPr>
          <p:nvPr>
            <p:ph type="ftr" idx="113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dt" idx="114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PlaceHolder 4"/>
          <p:cNvSpPr>
            <a:spLocks noGrp="1"/>
          </p:cNvSpPr>
          <p:nvPr>
            <p:ph type="sldNum" idx="115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31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object 2"/>
          <p:cNvSpPr/>
          <p:nvPr/>
        </p:nvSpPr>
        <p:spPr>
          <a:xfrm>
            <a:off x="0" y="0"/>
            <a:ext cx="4608000" cy="350280"/>
          </a:xfrm>
          <a:custGeom>
            <a:avLst/>
            <a:gdLst>
              <a:gd name="textAreaLeft" fmla="*/ 0 w 4608000"/>
              <a:gd name="textAreaRight" fmla="*/ 4608360 w 460800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95400" y="15120"/>
            <a:ext cx="3444840" cy="454320"/>
          </a:xfrm>
          <a:prstGeom prst="rect">
            <a:avLst/>
          </a:prstGeom>
          <a:noFill/>
          <a:ln w="0">
            <a:noFill/>
          </a:ln>
        </p:spPr>
        <p:txBody>
          <a:bodyPr lIns="0" tIns="619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1400" b="0" u="none" spc="-54" strike="noStrike">
                <a:solidFill>
                  <a:schemeClr val="lt1"/>
                </a:solidFill>
                <a:effectLst/>
                <a:uFillTx/>
                <a:latin typeface="Tahoma"/>
              </a:rPr>
              <a:t>image</a:t>
            </a:r>
            <a:r>
              <a:rPr lang="en-US" sz="1400" b="0" u="none" spc="-34" strike="noStrike">
                <a:solidFill>
                  <a:schemeClr val="lt1"/>
                </a:solidFill>
                <a:effectLst/>
                <a:uFillTx/>
                <a:latin typeface="Tahoma"/>
              </a:rPr>
              <a:t> classification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789" name="object 4"/>
          <p:cNvPicPr/>
          <p:nvPr/>
        </p:nvPicPr>
        <p:blipFill>
          <a:blip r:embed="rId1"/>
          <a:stretch/>
        </p:blipFill>
        <p:spPr>
          <a:xfrm>
            <a:off x="281160" y="1512720"/>
            <a:ext cx="64800" cy="6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0" name="object 5"/>
          <p:cNvSpPr/>
          <p:nvPr/>
        </p:nvSpPr>
        <p:spPr>
          <a:xfrm>
            <a:off x="402840" y="1429200"/>
            <a:ext cx="4078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 marL="12600">
              <a:lnSpc>
                <a:spcPct val="102000"/>
              </a:lnSpc>
              <a:spcBef>
                <a:spcPts val="54"/>
              </a:spcBef>
            </a:pP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31" strike="noStrike">
                <a:solidFill>
                  <a:srgbClr val="000000"/>
                </a:solidFill>
                <a:effectLst/>
                <a:uFillTx/>
                <a:latin typeface="Tahoma"/>
              </a:rPr>
              <a:t>classification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is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task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assigning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a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label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to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an</a:t>
            </a:r>
            <a:r>
              <a:rPr lang="en-US" sz="1100" b="0" u="none" spc="-4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image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6" strike="noStrike">
                <a:solidFill>
                  <a:srgbClr val="000000"/>
                </a:solidFill>
                <a:effectLst/>
                <a:uFillTx/>
                <a:latin typeface="Tahoma"/>
              </a:rPr>
              <a:t>from</a:t>
            </a:r>
            <a:r>
              <a:rPr lang="en-US" sz="1100" b="0" u="none" spc="-45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a </a:t>
            </a:r>
            <a:r>
              <a:rPr lang="en-US" sz="11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predefined</a:t>
            </a:r>
            <a:r>
              <a:rPr lang="en-US" sz="11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20" strike="noStrike">
                <a:solidFill>
                  <a:srgbClr val="000000"/>
                </a:solidFill>
                <a:effectLst/>
                <a:uFillTx/>
                <a:latin typeface="Tahoma"/>
              </a:rPr>
              <a:t>set</a:t>
            </a:r>
            <a:r>
              <a:rPr lang="en-US" sz="1100" b="0" u="none" spc="-60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ahoma"/>
              </a:rPr>
              <a:t>of</a:t>
            </a:r>
            <a:r>
              <a:rPr lang="en-US" sz="1100" b="0" u="none" spc="-5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100" b="0" u="none" spc="-11" strike="noStrike">
                <a:solidFill>
                  <a:srgbClr val="000000"/>
                </a:solidFill>
                <a:effectLst/>
                <a:uFillTx/>
                <a:latin typeface="Tahoma"/>
              </a:rPr>
              <a:t>categories.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91" name="object 6"/>
          <p:cNvGrpSpPr/>
          <p:nvPr/>
        </p:nvGrpSpPr>
        <p:grpSpPr>
          <a:xfrm>
            <a:off x="0" y="3346200"/>
            <a:ext cx="4608000" cy="109440"/>
            <a:chOff x="0" y="3346200"/>
            <a:chExt cx="4608000" cy="109440"/>
          </a:xfrm>
        </p:grpSpPr>
        <p:sp>
          <p:nvSpPr>
            <p:cNvPr id="792" name="object 7"/>
            <p:cNvSpPr/>
            <p:nvPr/>
          </p:nvSpPr>
          <p:spPr>
            <a:xfrm>
              <a:off x="0" y="3346200"/>
              <a:ext cx="1070280" cy="109440"/>
            </a:xfrm>
            <a:custGeom>
              <a:avLst/>
              <a:gdLst>
                <a:gd name="textAreaLeft" fmla="*/ 0 w 1070280"/>
                <a:gd name="textAreaRight" fmla="*/ 1070640 w 107028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3" name="object 8"/>
            <p:cNvSpPr/>
            <p:nvPr/>
          </p:nvSpPr>
          <p:spPr>
            <a:xfrm>
              <a:off x="1069920" y="3346200"/>
              <a:ext cx="2048040" cy="109440"/>
            </a:xfrm>
            <a:custGeom>
              <a:avLst/>
              <a:gdLst>
                <a:gd name="textAreaLeft" fmla="*/ 0 w 2048040"/>
                <a:gd name="textAreaRight" fmla="*/ 2048400 w 2048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4" name="object 9"/>
            <p:cNvSpPr/>
            <p:nvPr/>
          </p:nvSpPr>
          <p:spPr>
            <a:xfrm>
              <a:off x="3117960" y="3346200"/>
              <a:ext cx="1490040" cy="109440"/>
            </a:xfrm>
            <a:custGeom>
              <a:avLst/>
              <a:gdLst>
                <a:gd name="textAreaLeft" fmla="*/ 0 w 1490040"/>
                <a:gd name="textAreaRight" fmla="*/ 1490400 w 1490040"/>
                <a:gd name="textAreaTop" fmla="*/ 0 h 109440"/>
                <a:gd name="textAreaBottom" fmla="*/ 109800 h 109440"/>
              </a:gdLst>
              <a:ahLst/>
              <a:cxnLst/>
              <a:rect l="textAreaLeft" t="textAreaTop" r="textAreaRight" b="textAreaBottom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5" name="PlaceHolder 2"/>
          <p:cNvSpPr>
            <a:spLocks noGrp="1"/>
          </p:cNvSpPr>
          <p:nvPr>
            <p:ph type="ftr" idx="116"/>
          </p:nvPr>
        </p:nvSpPr>
        <p:spPr>
          <a:xfrm>
            <a:off x="-9360" y="3351960"/>
            <a:ext cx="108936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Dr.</a:t>
            </a:r>
            <a:r>
              <a:rPr lang="en-US" sz="600" b="0" u="none" spc="13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Abdul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Basit</a:t>
            </a:r>
            <a:r>
              <a:rPr lang="en-US" sz="600" b="0" u="none" spc="289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(CSIT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-</a:t>
            </a:r>
            <a:r>
              <a:rPr lang="en-US" sz="600" b="0" u="none" spc="65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UoB)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object 11"/>
          <p:cNvSpPr/>
          <p:nvPr/>
        </p:nvSpPr>
        <p:spPr>
          <a:xfrm>
            <a:off x="1640880" y="3351960"/>
            <a:ext cx="90648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2" action="ppaction://hlinksldjump"/>
              </a:rPr>
              <a:t>Intro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3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4" action="ppaction://hlinksldjump"/>
              </a:rPr>
              <a:t>to</a:t>
            </a:r>
            <a:r>
              <a:rPr lang="en-US" sz="600" b="0" u="sng" spc="54" strike="noStrike">
                <a:solidFill>
                  <a:srgbClr val="0000FF"/>
                </a:solidFill>
                <a:effectLst/>
                <a:uFillTx/>
                <a:latin typeface="Arial MT"/>
                <a:hlinkClick r:id="rId5" action="ppaction://hlinksldjump"/>
              </a:rPr>
              <a:t> </a:t>
            </a:r>
            <a:r>
              <a:rPr lang="en-US" sz="600" b="0" u="sng" strike="noStrike">
                <a:solidFill>
                  <a:srgbClr val="0000FF"/>
                </a:solidFill>
                <a:effectLst/>
                <a:uFillTx/>
                <a:latin typeface="Arial MT"/>
                <a:hlinkClick r:id="rId6" action="ppaction://hlinksldjump"/>
              </a:rPr>
              <a:t>Mahcine</a:t>
            </a:r>
            <a:r>
              <a:rPr lang="en-US" sz="600" b="0" u="sng" spc="60" strike="noStrike">
                <a:solidFill>
                  <a:srgbClr val="0000FF"/>
                </a:solidFill>
                <a:effectLst/>
                <a:uFillTx/>
                <a:latin typeface="Arial MT"/>
                <a:hlinkClick r:id="rId7" action="ppaction://hlinksldjump"/>
              </a:rPr>
              <a:t> </a:t>
            </a:r>
            <a:r>
              <a:rPr lang="en-US" sz="600" b="0" u="sng" spc="-11" strike="noStrike">
                <a:solidFill>
                  <a:srgbClr val="0000FF"/>
                </a:solidFill>
                <a:effectLst/>
                <a:uFillTx/>
                <a:latin typeface="Arial MT"/>
                <a:hlinkClick r:id="rId8" action="ppaction://hlinksldjump"/>
              </a:rPr>
              <a:t>Learning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dt" idx="117"/>
          </p:nvPr>
        </p:nvSpPr>
        <p:spPr>
          <a:xfrm>
            <a:off x="3539880" y="3351960"/>
            <a:ext cx="65592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October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24,</a:t>
            </a:r>
            <a:r>
              <a:rPr lang="en-US" sz="600" b="0" u="none" spc="20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0" strike="noStrike">
                <a:solidFill>
                  <a:schemeClr val="lt1"/>
                </a:solidFill>
                <a:effectLst/>
                <a:uFillTx/>
                <a:latin typeface="Arial MT"/>
              </a:rPr>
              <a:t>2025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PlaceHolder 4"/>
          <p:cNvSpPr>
            <a:spLocks noGrp="1"/>
          </p:cNvSpPr>
          <p:nvPr>
            <p:ph type="sldNum" idx="118"/>
          </p:nvPr>
        </p:nvSpPr>
        <p:spPr>
          <a:xfrm>
            <a:off x="4318560" y="3351960"/>
            <a:ext cx="280800" cy="10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12600" indent="0" algn="l">
              <a:lnSpc>
                <a:spcPts val="675"/>
              </a:lnSpc>
              <a:buNone/>
              <a:def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defRPr>
            </a:lvl1pPr>
          </a:lstStyle>
          <a:p>
            <a:pPr marL="12600" indent="0" algn="l">
              <a:lnSpc>
                <a:spcPts val="675"/>
              </a:lnSpc>
              <a:buNone/>
            </a:pPr>
            <a:r>
              <a:rPr lang="en-US" sz="600" b="0" u="none" strike="noStrike">
                <a:solidFill>
                  <a:schemeClr val="lt1"/>
                </a:solidFill>
                <a:effectLst/>
                <a:uFillTx/>
                <a:latin typeface="Arial MT"/>
              </a:rPr>
              <a:t>32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chemeClr val="lt1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26" strike="noStrike">
                <a:solidFill>
                  <a:schemeClr val="lt1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26" strike="noStrike">
                <a:solidFill>
                  <a:schemeClr val="lt1"/>
                </a:solidFill>
                <a:effectLst/>
                <a:uFillTx/>
                <a:latin typeface="Arial MT"/>
              </a:rPr>
              <a:t>33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object 2"/>
          <p:cNvSpPr/>
          <p:nvPr/>
        </p:nvSpPr>
        <p:spPr>
          <a:xfrm>
            <a:off x="1921320" y="1276920"/>
            <a:ext cx="765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120" rIns="0" bIns="0" anchor="t">
            <a:spAutoFit/>
          </a:bodyPr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en-US" sz="1700" b="0" u="none" spc="-34" strike="noStrike">
                <a:solidFill>
                  <a:srgbClr val="000000"/>
                </a:solidFill>
                <a:effectLst/>
                <a:uFillTx/>
                <a:latin typeface="Tahoma"/>
              </a:rPr>
              <a:t>The</a:t>
            </a:r>
            <a:r>
              <a:rPr lang="en-US" sz="1700" b="0" u="none" spc="-91" strike="noStrike">
                <a:solidFill>
                  <a:srgbClr val="000000"/>
                </a:solidFill>
                <a:effectLst/>
                <a:uFillTx/>
                <a:latin typeface="Tahoma"/>
              </a:rPr>
              <a:t> </a:t>
            </a:r>
            <a:r>
              <a:rPr lang="en-US" sz="1700" b="0" u="none" spc="-54" strike="noStrike">
                <a:solidFill>
                  <a:srgbClr val="000000"/>
                </a:solidFill>
                <a:effectLst/>
                <a:uFillTx/>
                <a:latin typeface="Tahoma"/>
              </a:rPr>
              <a:t>End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object 3"/>
          <p:cNvSpPr/>
          <p:nvPr/>
        </p:nvSpPr>
        <p:spPr>
          <a:xfrm>
            <a:off x="4286160" y="3341160"/>
            <a:ext cx="253800" cy="10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12600">
              <a:lnSpc>
                <a:spcPts val="675"/>
              </a:lnSpc>
            </a:pPr>
            <a:r>
              <a:rPr lang="en-US" sz="600" b="0" u="none" spc="-31" strike="noStrike">
                <a:solidFill>
                  <a:srgbClr val="000000"/>
                </a:solidFill>
                <a:effectLst/>
                <a:uFillTx/>
                <a:latin typeface="Arial MT"/>
              </a:rPr>
              <a:t>38</a:t>
            </a:r>
            <a:r>
              <a:rPr lang="en-US" sz="600" b="0" u="none" spc="-5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150" strike="noStrike">
                <a:solidFill>
                  <a:srgbClr val="000000"/>
                </a:solidFill>
                <a:effectLst/>
                <a:uFillTx/>
                <a:latin typeface="Arial MT"/>
              </a:rPr>
              <a:t>/</a:t>
            </a:r>
            <a:r>
              <a:rPr lang="en-US" sz="600" b="0" u="none" spc="-54" strike="noStrike">
                <a:solidFill>
                  <a:srgbClr val="000000"/>
                </a:solidFill>
                <a:effectLst/>
                <a:uFillTx/>
                <a:latin typeface="Arial MT"/>
              </a:rPr>
              <a:t> </a:t>
            </a:r>
            <a:r>
              <a:rPr lang="en-US" sz="600" b="0" u="none" spc="-34" strike="noStrike">
                <a:solidFill>
                  <a:srgbClr val="000000"/>
                </a:solidFill>
                <a:effectLst/>
                <a:uFillTx/>
                <a:latin typeface="Arial MT"/>
              </a:rPr>
              <a:t>38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2026-08-16T08:30:56Z</dcterms:created>
  <dc:creator>Dr. Abdul Basit </dc:creator>
  <dc:description/>
  <dc:language>en-US</dc:language>
  <cp:lastModifiedBy/>
  <dcterms:modified xsi:type="dcterms:W3CDTF">2026-08-16T19:27:57Z</dcterms:modified>
  <cp:revision>1</cp:revision>
  <dc:subject/>
  <dc:title>Introduction to Machine Learning (CS642) - Lecture 01 - Image Classification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2025-10-24T00:00:00Z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2026-08-16T00:00:00Z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esentationFormat">
    <vt:lpwstr>On-screen Show (4:3)</vt:lpwstr>
  </property>
  <property fmtid="{D5CDD505-2E9C-101B-9397-08002B2CF9AE}" pid="8" name="Producer">
    <vt:lpwstr>pdfTeX-1.40.22</vt:lpwstr>
  </property>
</Properties>
</file>